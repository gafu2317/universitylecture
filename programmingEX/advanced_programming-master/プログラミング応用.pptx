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Props+xml" PartName="/ppt/presProps.xml"/>
  <Override ContentType="application/vnd.openxmlformats-officedocument.presentationml.presentation.main+xml" PartName="/ppt/presentation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package.core-properties+xml" PartName="/docProps/core.xml"/>
</Types>
</file>

<file path=_rels/.rels><?xml version="1.0" encoding="UTF-8" standalone="yes"?><Relationships xmlns="http://schemas.openxmlformats.org/package/2006/relationships"><Relationship Id="rId4" Target="ppt/presentation.xml" Type="http://schemas.openxmlformats.org/officeDocument/2006/relationships/officeDocument"/><Relationship Id="rId3" Target="docProps/core.xml" Type="http://schemas.openxmlformats.org/package/2006/relationships/metadata/core-properties"/><Relationship Id="rId2" Target="docProps/app.xml" Type="http://schemas.openxmlformats.org/officeDocument/2006/relationships/extended-properties"/><Relationship Id="rId1" Target="docProps/thumbnail.jpeg" Type="http://schemas.openxmlformats.org/package/2006/relationships/metadata/thumbnai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</p:sldIdLst>
  <p:sldSz cx="12192000" cy="6858000"/>
  <p:notesSz cx="6858000" cy="9144000"/>
  <p:defaultTextStyle>
    <a:defPPr>
      <a:defRPr altLang="ja-JP" lang="ja-JP"/>
    </a:defPPr>
    <a:lvl1pPr algn="l" defTabSz="914400" eaLnBrk="1" hangingPunct="1" latinLnBrk="0" marL="0" rtl="0">
      <a:defRPr kern="1200" kumimoji="1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kumimoji="1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kumimoji="1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kumimoji="1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kumimoji="1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kumimoji="1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kumimoji="1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kumimoji="1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kumimoji="1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cmpd="sng" w="12700">
              <a:solidFill>
                <a:schemeClr val="lt1"/>
              </a:solidFill>
            </a:ln>
          </a:left>
          <a:right>
            <a:ln cmpd="sng" w="12700">
              <a:solidFill>
                <a:schemeClr val="lt1"/>
              </a:solidFill>
            </a:ln>
          </a:right>
          <a:top>
            <a:ln cmpd="sng" w="12700">
              <a:solidFill>
                <a:schemeClr val="lt1"/>
              </a:solidFill>
            </a:ln>
          </a:top>
          <a:bottom>
            <a:ln cmpd="sng" w="12700">
              <a:solidFill>
                <a:schemeClr val="lt1"/>
              </a:solidFill>
            </a:ln>
          </a:bottom>
          <a:insideH>
            <a:ln cmpd="sng" w="12700">
              <a:solidFill>
                <a:schemeClr val="lt1"/>
              </a:solidFill>
            </a:ln>
          </a:insideH>
          <a:insideV>
            <a:ln cmpd="sng"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cmpd="sng"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cmpd="sng"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autoAdjust="0" sz="16993"/>
    <p:restoredTop sz="94660"/>
  </p:normalViewPr>
  <p:slideViewPr>
    <p:cSldViewPr snapToGrid="0">
      <p:cViewPr varScale="1">
        <p:scale>
          <a:sx d="100" n="185"/>
          <a:sy d="100" n="185"/>
        </p:scale>
        <p:origin x="2778" y="15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 standalone="yes"?><Relationships xmlns="http://schemas.openxmlformats.org/package/2006/relationships"><Relationship Id="rId9" Target="slides/slide3.xml" Type="http://schemas.openxmlformats.org/officeDocument/2006/relationships/slide"/><Relationship Id="rId8" Target="slides/slide2.xml" Type="http://schemas.openxmlformats.org/officeDocument/2006/relationships/slide"/><Relationship Id="rId7" Target="slides/slide1.xml" Type="http://schemas.openxmlformats.org/officeDocument/2006/relationships/slide"/><Relationship Id="rId6" Target="notesMasters/notesMaster1.xml" Type="http://schemas.openxmlformats.org/officeDocument/2006/relationships/notesMaster"/><Relationship Id="rId5" Target="slideMasters/slideMaster1.xml" Type="http://schemas.openxmlformats.org/officeDocument/2006/relationships/slideMaster"/><Relationship Id="rId4" Target="tableStyles.xml" Type="http://schemas.openxmlformats.org/officeDocument/2006/relationships/tableStyles"/><Relationship Id="rId3" Target="presProps.xml" Type="http://schemas.openxmlformats.org/officeDocument/2006/relationships/presProps"/><Relationship Id="rId2" Target="viewProps.xml" Type="http://schemas.openxmlformats.org/officeDocument/2006/relationships/viewProps"/><Relationship Id="rId1" Target="theme/theme1.xml" Type="http://schemas.openxmlformats.org/officeDocument/2006/relationships/theme"/></Relationships>
</file>

<file path=ppt/notesMasters/_rels/notesMaster1.xml.rels><?xml version="1.0" encoding="UTF-8" standalone="yes"?>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sz="quarter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bIns="45720" lIns="91440" numCol="1" rIns="91440" rtlCol="0" tIns="45720" vert="horz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idx="1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bIns="45720" lIns="91440" numCol="1" rIns="91440" rtlCol="0" tIns="45720" vert="horz"/>
          <a:lstStyle>
            <a:lvl1pPr algn="r">
              <a:defRPr sz="1200"/>
            </a:lvl1pPr>
          </a:lstStyle>
          <a:p>
            <a:fld id="{95D3B7ED-61F7-0542-AE7B-9795C4EFD070}" type="datetimeFigureOut">
              <a:rPr lang="en-US" smtClean="0"/>
              <a:t>28/07/15</a:t>
            </a:fld>
            <a:endParaRPr lang="en-US"/>
          </a:p>
        </p:txBody>
      </p:sp>
      <p:sp>
        <p:nvSpPr>
          <p:cNvPr id="4" name="Slide Image Placeholder 3"/>
          <p:cNvSpPr>
            <a:spLocks noChangeAspect="1" noGrp="1" noRot="1"/>
          </p:cNvSpPr>
          <p:nvPr>
            <p:ph idx="2"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anchor="ctr" bIns="45720" lIns="91440" numCol="1" rIns="91440" rtlCol="0" tIns="45720" vert="horz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idx="3" sz="quarter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bIns="45720" lIns="91440" numCol="1" rIns="91440" rtlCol="0" tIns="45720" vert="horz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idx="4" sz="quarter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anchor="b" bIns="45720" lIns="91440" numCol="1" rIns="91440" rtlCol="0" tIns="45720" vert="horz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idx="5" sz="quarter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anchor="b" bIns="45720" lIns="91440" numCol="1" rIns="91440" rtlCol="0" tIns="45720" vert="horz"/>
          <a:lstStyle>
            <a:lvl1pPr algn="r">
              <a:defRPr sz="1200"/>
            </a:lvl1pPr>
          </a:lstStyle>
          <a:p>
            <a:fld id="{9C5789CE-836E-B042-843F-5605E41F5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931753"/>
      </p:ext>
    </p:extLst>
  </p:cSld>
  <p:clrMap accent1="accent1" accent2="accent2" accent3="accent3" accent4="accent4" accent5="accent5" accent6="accent6" bg1="lt1" bg2="lt2" folHlink="folHlink" hlink="hlink" tx1="dk1" tx2="dk2"/>
  <p:notesStyle>
    <a:lvl1pPr algn="l" defTabSz="457200" eaLnBrk="1" hangingPunct="1" latinLnBrk="0" marL="0" rtl="0">
      <a:defRPr kern="1200" sz="12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2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2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2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2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2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2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2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2" Target="../slides/slide2.xml" Type="http://schemas.openxmlformats.org/officeDocument/2006/relationships/slide"/><Relationship Id="rId1" Target="../notesMasters/notesMaster1.xml" Type="http://schemas.openxmlformats.org/officeDocument/2006/relationships/notesMaster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 numCol="1"/>
          <a:lstStyle/>
          <a:p>
            <a:fld id="{9C5789CE-836E-B042-843F-5605E41F500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283960"/>
      </p:ext>
    </p:extLst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itle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 numCol="1"/>
          <a:lstStyle>
            <a:lvl1pPr algn="ctr">
              <a:defRPr sz="6000"/>
            </a:lvl1pPr>
          </a:lstStyle>
          <a:p>
            <a:r>
              <a:rPr altLang="ja-JP" kumimoji="1" lang="ja-JP" smtClean="0"/>
              <a:t>マスター タイトルの書式設定</a:t>
            </a:r>
            <a:endParaRPr altLang="ja-JP" kumimoji="1" lang="ja-JP"/>
          </a:p>
        </p:txBody>
      </p:sp>
      <p:sp>
        <p:nvSpPr>
          <p:cNvPr id="3" name="サブタイトル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 numCol="1"/>
          <a:lstStyle>
            <a:lvl1pPr algn="ctr" indent="0" marL="0">
              <a:buNone/>
              <a:defRPr sz="2400"/>
            </a:lvl1pPr>
            <a:lvl2pPr algn="ctr" indent="0" marL="457200">
              <a:buNone/>
              <a:defRPr sz="2000"/>
            </a:lvl2pPr>
            <a:lvl3pPr algn="ctr" indent="0" marL="914400">
              <a:buNone/>
              <a:defRPr sz="1800"/>
            </a:lvl3pPr>
            <a:lvl4pPr algn="ctr" indent="0" marL="1371600">
              <a:buNone/>
              <a:defRPr sz="1600"/>
            </a:lvl4pPr>
            <a:lvl5pPr algn="ctr" indent="0" marL="1828800">
              <a:buNone/>
              <a:defRPr sz="1600"/>
            </a:lvl5pPr>
            <a:lvl6pPr algn="ctr" indent="0" marL="2286000">
              <a:buNone/>
              <a:defRPr sz="1600"/>
            </a:lvl6pPr>
            <a:lvl7pPr algn="ctr" indent="0" marL="2743200">
              <a:buNone/>
              <a:defRPr sz="1600"/>
            </a:lvl7pPr>
            <a:lvl8pPr algn="ctr" indent="0" marL="3200400">
              <a:buNone/>
              <a:defRPr sz="1600"/>
            </a:lvl8pPr>
            <a:lvl9pPr algn="ctr" indent="0" marL="3657600">
              <a:buNone/>
              <a:defRPr sz="1600"/>
            </a:lvl9pPr>
          </a:lstStyle>
          <a:p>
            <a:r>
              <a:rPr altLang="ja-JP" kumimoji="1" lang="ja-JP" smtClean="0"/>
              <a:t>マスター サブタイトルの書式設定</a:t>
            </a:r>
            <a:endParaRPr altLang="ja-JP" kumimoji="1" lang="ja-JP"/>
          </a:p>
        </p:txBody>
      </p:sp>
      <p:sp>
        <p:nvSpPr>
          <p:cNvPr id="4" name="日付プレースホルダー 3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5" name="フッター プレースホルダー 4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altLang="ja-JP" kumimoji="1" lang="ja-JP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3503745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altLang="ja-JP" kumimoji="1" lang="ja-JP" smtClean="0"/>
              <a:t>マスター タイトルの書式設定</a:t>
            </a:r>
            <a:endParaRPr altLang="ja-JP" kumimoji="1" lang="ja-JP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 numCol="1"/>
          <a:lstStyle/>
          <a:p>
            <a:pPr lvl="0"/>
            <a:r>
              <a:rPr altLang="ja-JP" kumimoji="1" lang="ja-JP" smtClean="0"/>
              <a:t>マスター テキストの書式設定</a:t>
            </a:r>
          </a:p>
          <a:p>
            <a:pPr lvl="1"/>
            <a:r>
              <a:rPr altLang="ja-JP" kumimoji="1" lang="ja-JP" smtClean="0"/>
              <a:t>第 </a:t>
            </a:r>
            <a:r>
              <a:rPr altLang="ja-JP" kumimoji="1" lang="en-US" smtClean="0"/>
              <a:t>2 </a:t>
            </a:r>
            <a:r>
              <a:rPr altLang="ja-JP" kumimoji="1" lang="ja-JP" smtClean="0"/>
              <a:t>レベル</a:t>
            </a:r>
          </a:p>
          <a:p>
            <a:pPr lvl="2"/>
            <a:r>
              <a:rPr altLang="ja-JP" kumimoji="1" lang="ja-JP" smtClean="0"/>
              <a:t>第 </a:t>
            </a:r>
            <a:r>
              <a:rPr altLang="ja-JP" kumimoji="1" lang="en-US" smtClean="0"/>
              <a:t>3 </a:t>
            </a:r>
            <a:r>
              <a:rPr altLang="ja-JP" kumimoji="1" lang="ja-JP" smtClean="0"/>
              <a:t>レベル</a:t>
            </a:r>
          </a:p>
          <a:p>
            <a:pPr lvl="3"/>
            <a:r>
              <a:rPr altLang="ja-JP" kumimoji="1" lang="ja-JP" smtClean="0"/>
              <a:t>第 </a:t>
            </a:r>
            <a:r>
              <a:rPr altLang="ja-JP" kumimoji="1" lang="en-US" smtClean="0"/>
              <a:t>4 </a:t>
            </a:r>
            <a:r>
              <a:rPr altLang="ja-JP" kumimoji="1" lang="ja-JP" smtClean="0"/>
              <a:t>レベル</a:t>
            </a:r>
          </a:p>
          <a:p>
            <a:pPr lvl="4"/>
            <a:r>
              <a:rPr altLang="ja-JP" kumimoji="1" lang="ja-JP" smtClean="0"/>
              <a:t>第 </a:t>
            </a:r>
            <a:r>
              <a:rPr altLang="ja-JP" kumimoji="1" lang="en-US" smtClean="0"/>
              <a:t>5 </a:t>
            </a:r>
            <a:r>
              <a:rPr altLang="ja-JP" kumimoji="1" lang="ja-JP" smtClean="0"/>
              <a:t>レベル</a:t>
            </a:r>
            <a:endParaRPr altLang="ja-JP" kumimoji="1" lang="ja-JP"/>
          </a:p>
        </p:txBody>
      </p:sp>
      <p:sp>
        <p:nvSpPr>
          <p:cNvPr id="4" name="日付プレースホルダー 3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5" name="フッター プレースホルダー 4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altLang="ja-JP" kumimoji="1" lang="ja-JP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2367122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secHead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 numCol="1"/>
          <a:lstStyle>
            <a:lvl1pPr>
              <a:defRPr sz="6000"/>
            </a:lvl1pPr>
          </a:lstStyle>
          <a:p>
            <a:r>
              <a:rPr altLang="ja-JP" kumimoji="1" lang="ja-JP" smtClean="0"/>
              <a:t>マスター タイトルの書式設定</a:t>
            </a:r>
            <a:endParaRPr altLang="ja-JP" kumimoji="1" lang="ja-JP"/>
          </a:p>
        </p:txBody>
      </p:sp>
      <p:sp>
        <p:nvSpPr>
          <p:cNvPr id="3" name="テキスト プレースホルダー 2"/>
          <p:cNvSpPr>
            <a:spLocks noGrp="1"/>
          </p:cNvSpPr>
          <p:nvPr>
            <p:ph idx="1" type="body"/>
          </p:nvPr>
        </p:nvSpPr>
        <p:spPr>
          <a:xfrm>
            <a:off x="831850" y="4589463"/>
            <a:ext cx="10515600" cy="1500187"/>
          </a:xfrm>
        </p:spPr>
        <p:txBody>
          <a:bodyPr numCol="1"/>
          <a:lstStyle>
            <a:lvl1pPr indent="0" marL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indent="0" marL="45720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indent="0" marL="91440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indent="0" marL="137160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indent="0" marL="182880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indent="0" marL="228600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indent="0" marL="274320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indent="0" marL="320040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indent="0" marL="365760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altLang="ja-JP" kumimoji="1" lang="ja-JP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5" name="フッター プレースホルダー 4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altLang="ja-JP" kumimoji="1" lang="ja-JP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934463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woObj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altLang="ja-JP" kumimoji="1" lang="ja-JP" smtClean="0"/>
              <a:t>マスター タイトルの書式設定</a:t>
            </a:r>
            <a:endParaRPr altLang="ja-JP" kumimoji="1" lang="ja-JP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numCol="1"/>
          <a:lstStyle/>
          <a:p>
            <a:pPr lvl="0"/>
            <a:r>
              <a:rPr altLang="ja-JP" kumimoji="1" lang="ja-JP" smtClean="0"/>
              <a:t>マスター テキストの書式設定</a:t>
            </a:r>
          </a:p>
          <a:p>
            <a:pPr lvl="1"/>
            <a:r>
              <a:rPr altLang="ja-JP" kumimoji="1" lang="ja-JP" smtClean="0"/>
              <a:t>第 </a:t>
            </a:r>
            <a:r>
              <a:rPr altLang="ja-JP" kumimoji="1" lang="en-US" smtClean="0"/>
              <a:t>2 </a:t>
            </a:r>
            <a:r>
              <a:rPr altLang="ja-JP" kumimoji="1" lang="ja-JP" smtClean="0"/>
              <a:t>レベル</a:t>
            </a:r>
          </a:p>
          <a:p>
            <a:pPr lvl="2"/>
            <a:r>
              <a:rPr altLang="ja-JP" kumimoji="1" lang="ja-JP" smtClean="0"/>
              <a:t>第 </a:t>
            </a:r>
            <a:r>
              <a:rPr altLang="ja-JP" kumimoji="1" lang="en-US" smtClean="0"/>
              <a:t>3 </a:t>
            </a:r>
            <a:r>
              <a:rPr altLang="ja-JP" kumimoji="1" lang="ja-JP" smtClean="0"/>
              <a:t>レベル</a:t>
            </a:r>
          </a:p>
          <a:p>
            <a:pPr lvl="3"/>
            <a:r>
              <a:rPr altLang="ja-JP" kumimoji="1" lang="ja-JP" smtClean="0"/>
              <a:t>第 </a:t>
            </a:r>
            <a:r>
              <a:rPr altLang="ja-JP" kumimoji="1" lang="en-US" smtClean="0"/>
              <a:t>4 </a:t>
            </a:r>
            <a:r>
              <a:rPr altLang="ja-JP" kumimoji="1" lang="ja-JP" smtClean="0"/>
              <a:t>レベル</a:t>
            </a:r>
          </a:p>
          <a:p>
            <a:pPr lvl="4"/>
            <a:r>
              <a:rPr altLang="ja-JP" kumimoji="1" lang="ja-JP" smtClean="0"/>
              <a:t>第 </a:t>
            </a:r>
            <a:r>
              <a:rPr altLang="ja-JP" kumimoji="1" lang="en-US" smtClean="0"/>
              <a:t>5 </a:t>
            </a:r>
            <a:r>
              <a:rPr altLang="ja-JP" kumimoji="1" lang="ja-JP" smtClean="0"/>
              <a:t>レベル</a:t>
            </a:r>
            <a:endParaRPr altLang="ja-JP" kumimoji="1" lang="ja-JP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numCol="1"/>
          <a:lstStyle/>
          <a:p>
            <a:pPr lvl="0"/>
            <a:r>
              <a:rPr altLang="ja-JP" kumimoji="1" lang="ja-JP" smtClean="0"/>
              <a:t>マスター テキストの書式設定</a:t>
            </a:r>
          </a:p>
          <a:p>
            <a:pPr lvl="1"/>
            <a:r>
              <a:rPr altLang="ja-JP" kumimoji="1" lang="ja-JP" smtClean="0"/>
              <a:t>第 </a:t>
            </a:r>
            <a:r>
              <a:rPr altLang="ja-JP" kumimoji="1" lang="en-US" smtClean="0"/>
              <a:t>2 </a:t>
            </a:r>
            <a:r>
              <a:rPr altLang="ja-JP" kumimoji="1" lang="ja-JP" smtClean="0"/>
              <a:t>レベル</a:t>
            </a:r>
          </a:p>
          <a:p>
            <a:pPr lvl="2"/>
            <a:r>
              <a:rPr altLang="ja-JP" kumimoji="1" lang="ja-JP" smtClean="0"/>
              <a:t>第 </a:t>
            </a:r>
            <a:r>
              <a:rPr altLang="ja-JP" kumimoji="1" lang="en-US" smtClean="0"/>
              <a:t>3 </a:t>
            </a:r>
            <a:r>
              <a:rPr altLang="ja-JP" kumimoji="1" lang="ja-JP" smtClean="0"/>
              <a:t>レベル</a:t>
            </a:r>
          </a:p>
          <a:p>
            <a:pPr lvl="3"/>
            <a:r>
              <a:rPr altLang="ja-JP" kumimoji="1" lang="ja-JP" smtClean="0"/>
              <a:t>第 </a:t>
            </a:r>
            <a:r>
              <a:rPr altLang="ja-JP" kumimoji="1" lang="en-US" smtClean="0"/>
              <a:t>4 </a:t>
            </a:r>
            <a:r>
              <a:rPr altLang="ja-JP" kumimoji="1" lang="ja-JP" smtClean="0"/>
              <a:t>レベル</a:t>
            </a:r>
          </a:p>
          <a:p>
            <a:pPr lvl="4"/>
            <a:r>
              <a:rPr altLang="ja-JP" kumimoji="1" lang="ja-JP" smtClean="0"/>
              <a:t>第 </a:t>
            </a:r>
            <a:r>
              <a:rPr altLang="ja-JP" kumimoji="1" lang="en-US" smtClean="0"/>
              <a:t>5 </a:t>
            </a:r>
            <a:r>
              <a:rPr altLang="ja-JP" kumimoji="1" lang="ja-JP" smtClean="0"/>
              <a:t>レベル</a:t>
            </a:r>
            <a:endParaRPr altLang="ja-JP" kumimoji="1" lang="ja-JP"/>
          </a:p>
        </p:txBody>
      </p:sp>
      <p:sp>
        <p:nvSpPr>
          <p:cNvPr id="5" name="日付プレースホルダー 4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6" name="フッター プレースホルダー 5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altLang="ja-JP" kumimoji="1" lang="ja-JP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2280192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woTxTwoObj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numCol="1"/>
          <a:lstStyle/>
          <a:p>
            <a:r>
              <a:rPr altLang="ja-JP" kumimoji="1" lang="ja-JP" smtClean="0"/>
              <a:t>マスター タイトルの書式設定</a:t>
            </a:r>
            <a:endParaRPr altLang="ja-JP" kumimoji="1" lang="ja-JP"/>
          </a:p>
        </p:txBody>
      </p:sp>
      <p:sp>
        <p:nvSpPr>
          <p:cNvPr id="3" name="テキスト プレースホルダー 2"/>
          <p:cNvSpPr>
            <a:spLocks noGrp="1"/>
          </p:cNvSpPr>
          <p:nvPr>
            <p:ph idx="1" type="body"/>
          </p:nvPr>
        </p:nvSpPr>
        <p:spPr>
          <a:xfrm>
            <a:off x="839788" y="1681163"/>
            <a:ext cx="5157787" cy="823912"/>
          </a:xfrm>
        </p:spPr>
        <p:txBody>
          <a:bodyPr anchor="b" numCol="1"/>
          <a:lstStyle>
            <a:lvl1pPr indent="0" marL="0">
              <a:buNone/>
              <a:defRPr b="1" sz="2400"/>
            </a:lvl1pPr>
            <a:lvl2pPr indent="0" marL="457200">
              <a:buNone/>
              <a:defRPr b="1" sz="2000"/>
            </a:lvl2pPr>
            <a:lvl3pPr indent="0" marL="914400">
              <a:buNone/>
              <a:defRPr b="1" sz="1800"/>
            </a:lvl3pPr>
            <a:lvl4pPr indent="0" marL="1371600">
              <a:buNone/>
              <a:defRPr b="1" sz="1600"/>
            </a:lvl4pPr>
            <a:lvl5pPr indent="0" marL="1828800">
              <a:buNone/>
              <a:defRPr b="1" sz="1600"/>
            </a:lvl5pPr>
            <a:lvl6pPr indent="0" marL="2286000">
              <a:buNone/>
              <a:defRPr b="1" sz="1600"/>
            </a:lvl6pPr>
            <a:lvl7pPr indent="0" marL="2743200">
              <a:buNone/>
              <a:defRPr b="1" sz="1600"/>
            </a:lvl7pPr>
            <a:lvl8pPr indent="0" marL="3200400">
              <a:buNone/>
              <a:defRPr b="1" sz="1600"/>
            </a:lvl8pPr>
            <a:lvl9pPr indent="0" marL="3657600">
              <a:buNone/>
              <a:defRPr b="1" sz="1600"/>
            </a:lvl9pPr>
          </a:lstStyle>
          <a:p>
            <a:pPr lvl="0"/>
            <a:r>
              <a:rPr altLang="ja-JP" kumimoji="1" lang="ja-JP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 sz="half"/>
          </p:nvPr>
        </p:nvSpPr>
        <p:spPr>
          <a:xfrm>
            <a:off x="839788" y="2505075"/>
            <a:ext cx="5157787" cy="3684588"/>
          </a:xfrm>
        </p:spPr>
        <p:txBody>
          <a:bodyPr numCol="1"/>
          <a:lstStyle/>
          <a:p>
            <a:pPr lvl="0"/>
            <a:r>
              <a:rPr altLang="ja-JP" kumimoji="1" lang="ja-JP" smtClean="0"/>
              <a:t>マスター テキストの書式設定</a:t>
            </a:r>
          </a:p>
          <a:p>
            <a:pPr lvl="1"/>
            <a:r>
              <a:rPr altLang="ja-JP" kumimoji="1" lang="ja-JP" smtClean="0"/>
              <a:t>第 </a:t>
            </a:r>
            <a:r>
              <a:rPr altLang="ja-JP" kumimoji="1" lang="en-US" smtClean="0"/>
              <a:t>2 </a:t>
            </a:r>
            <a:r>
              <a:rPr altLang="ja-JP" kumimoji="1" lang="ja-JP" smtClean="0"/>
              <a:t>レベル</a:t>
            </a:r>
          </a:p>
          <a:p>
            <a:pPr lvl="2"/>
            <a:r>
              <a:rPr altLang="ja-JP" kumimoji="1" lang="ja-JP" smtClean="0"/>
              <a:t>第 </a:t>
            </a:r>
            <a:r>
              <a:rPr altLang="ja-JP" kumimoji="1" lang="en-US" smtClean="0"/>
              <a:t>3 </a:t>
            </a:r>
            <a:r>
              <a:rPr altLang="ja-JP" kumimoji="1" lang="ja-JP" smtClean="0"/>
              <a:t>レベル</a:t>
            </a:r>
          </a:p>
          <a:p>
            <a:pPr lvl="3"/>
            <a:r>
              <a:rPr altLang="ja-JP" kumimoji="1" lang="ja-JP" smtClean="0"/>
              <a:t>第 </a:t>
            </a:r>
            <a:r>
              <a:rPr altLang="ja-JP" kumimoji="1" lang="en-US" smtClean="0"/>
              <a:t>4 </a:t>
            </a:r>
            <a:r>
              <a:rPr altLang="ja-JP" kumimoji="1" lang="ja-JP" smtClean="0"/>
              <a:t>レベル</a:t>
            </a:r>
          </a:p>
          <a:p>
            <a:pPr lvl="4"/>
            <a:r>
              <a:rPr altLang="ja-JP" kumimoji="1" lang="ja-JP" smtClean="0"/>
              <a:t>第 </a:t>
            </a:r>
            <a:r>
              <a:rPr altLang="ja-JP" kumimoji="1" lang="en-US" smtClean="0"/>
              <a:t>5 </a:t>
            </a:r>
            <a:r>
              <a:rPr altLang="ja-JP" kumimoji="1" lang="ja-JP" smtClean="0"/>
              <a:t>レベル</a:t>
            </a:r>
            <a:endParaRPr altLang="ja-JP" kumimoji="1" lang="ja-JP"/>
          </a:p>
        </p:txBody>
      </p:sp>
      <p:sp>
        <p:nvSpPr>
          <p:cNvPr id="5" name="テキスト プレースホルダー 4"/>
          <p:cNvSpPr>
            <a:spLocks noGrp="1"/>
          </p:cNvSpPr>
          <p:nvPr>
            <p:ph idx="3" sz="quarter" type="body"/>
          </p:nvPr>
        </p:nvSpPr>
        <p:spPr>
          <a:xfrm>
            <a:off x="6172200" y="1681163"/>
            <a:ext cx="5183188" cy="823912"/>
          </a:xfrm>
        </p:spPr>
        <p:txBody>
          <a:bodyPr anchor="b" numCol="1"/>
          <a:lstStyle>
            <a:lvl1pPr indent="0" marL="0">
              <a:buNone/>
              <a:defRPr b="1" sz="2400"/>
            </a:lvl1pPr>
            <a:lvl2pPr indent="0" marL="457200">
              <a:buNone/>
              <a:defRPr b="1" sz="2000"/>
            </a:lvl2pPr>
            <a:lvl3pPr indent="0" marL="914400">
              <a:buNone/>
              <a:defRPr b="1" sz="1800"/>
            </a:lvl3pPr>
            <a:lvl4pPr indent="0" marL="1371600">
              <a:buNone/>
              <a:defRPr b="1" sz="1600"/>
            </a:lvl4pPr>
            <a:lvl5pPr indent="0" marL="1828800">
              <a:buNone/>
              <a:defRPr b="1" sz="1600"/>
            </a:lvl5pPr>
            <a:lvl6pPr indent="0" marL="2286000">
              <a:buNone/>
              <a:defRPr b="1" sz="1600"/>
            </a:lvl6pPr>
            <a:lvl7pPr indent="0" marL="2743200">
              <a:buNone/>
              <a:defRPr b="1" sz="1600"/>
            </a:lvl7pPr>
            <a:lvl8pPr indent="0" marL="3200400">
              <a:buNone/>
              <a:defRPr b="1" sz="1600"/>
            </a:lvl8pPr>
            <a:lvl9pPr indent="0" marL="3657600">
              <a:buNone/>
              <a:defRPr b="1" sz="1600"/>
            </a:lvl9pPr>
          </a:lstStyle>
          <a:p>
            <a:pPr lvl="0"/>
            <a:r>
              <a:rPr altLang="ja-JP" kumimoji="1" lang="ja-JP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4" sz="quarter"/>
          </p:nvPr>
        </p:nvSpPr>
        <p:spPr>
          <a:xfrm>
            <a:off x="6172200" y="2505075"/>
            <a:ext cx="5183188" cy="3684588"/>
          </a:xfrm>
        </p:spPr>
        <p:txBody>
          <a:bodyPr numCol="1"/>
          <a:lstStyle/>
          <a:p>
            <a:pPr lvl="0"/>
            <a:r>
              <a:rPr altLang="ja-JP" kumimoji="1" lang="ja-JP" smtClean="0"/>
              <a:t>マスター テキストの書式設定</a:t>
            </a:r>
          </a:p>
          <a:p>
            <a:pPr lvl="1"/>
            <a:r>
              <a:rPr altLang="ja-JP" kumimoji="1" lang="ja-JP" smtClean="0"/>
              <a:t>第 </a:t>
            </a:r>
            <a:r>
              <a:rPr altLang="ja-JP" kumimoji="1" lang="en-US" smtClean="0"/>
              <a:t>2 </a:t>
            </a:r>
            <a:r>
              <a:rPr altLang="ja-JP" kumimoji="1" lang="ja-JP" smtClean="0"/>
              <a:t>レベル</a:t>
            </a:r>
          </a:p>
          <a:p>
            <a:pPr lvl="2"/>
            <a:r>
              <a:rPr altLang="ja-JP" kumimoji="1" lang="ja-JP" smtClean="0"/>
              <a:t>第 </a:t>
            </a:r>
            <a:r>
              <a:rPr altLang="ja-JP" kumimoji="1" lang="en-US" smtClean="0"/>
              <a:t>3 </a:t>
            </a:r>
            <a:r>
              <a:rPr altLang="ja-JP" kumimoji="1" lang="ja-JP" smtClean="0"/>
              <a:t>レベル</a:t>
            </a:r>
          </a:p>
          <a:p>
            <a:pPr lvl="3"/>
            <a:r>
              <a:rPr altLang="ja-JP" kumimoji="1" lang="ja-JP" smtClean="0"/>
              <a:t>第 </a:t>
            </a:r>
            <a:r>
              <a:rPr altLang="ja-JP" kumimoji="1" lang="en-US" smtClean="0"/>
              <a:t>4 </a:t>
            </a:r>
            <a:r>
              <a:rPr altLang="ja-JP" kumimoji="1" lang="ja-JP" smtClean="0"/>
              <a:t>レベル</a:t>
            </a:r>
          </a:p>
          <a:p>
            <a:pPr lvl="4"/>
            <a:r>
              <a:rPr altLang="ja-JP" kumimoji="1" lang="ja-JP" smtClean="0"/>
              <a:t>第 </a:t>
            </a:r>
            <a:r>
              <a:rPr altLang="ja-JP" kumimoji="1" lang="en-US" smtClean="0"/>
              <a:t>5 </a:t>
            </a:r>
            <a:r>
              <a:rPr altLang="ja-JP" kumimoji="1" lang="ja-JP" smtClean="0"/>
              <a:t>レベル</a:t>
            </a:r>
            <a:endParaRPr altLang="ja-JP" kumimoji="1" lang="ja-JP"/>
          </a:p>
        </p:txBody>
      </p:sp>
      <p:sp>
        <p:nvSpPr>
          <p:cNvPr id="7" name="日付プレースホルダー 6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8" name="フッター プレースホルダー 7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altLang="ja-JP" kumimoji="1" lang="ja-JP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213144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itleOnly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altLang="ja-JP" kumimoji="1" lang="ja-JP" smtClean="0"/>
              <a:t>マスター タイトルの書式設定</a:t>
            </a:r>
            <a:endParaRPr altLang="ja-JP" kumimoji="1" lang="ja-JP"/>
          </a:p>
        </p:txBody>
      </p:sp>
      <p:sp>
        <p:nvSpPr>
          <p:cNvPr id="3" name="日付プレースホルダー 2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4" name="フッター プレースホルダー 3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altLang="ja-JP" kumimoji="1" lang="ja-JP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3576495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3" name="フッター プレースホルダー 2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altLang="ja-JP" kumimoji="1" lang="ja-JP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260236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Tx">
  <p:cSld name="タイトル付きの 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 numCol="1"/>
          <a:lstStyle>
            <a:lvl1pPr>
              <a:defRPr sz="3200"/>
            </a:lvl1pPr>
          </a:lstStyle>
          <a:p>
            <a:r>
              <a:rPr altLang="ja-JP" kumimoji="1" lang="ja-JP" smtClean="0"/>
              <a:t>マスター タイトルの書式設定</a:t>
            </a:r>
            <a:endParaRPr altLang="ja-JP" kumimoji="1" lang="ja-JP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 numCol="1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altLang="ja-JP" kumimoji="1" lang="ja-JP" smtClean="0"/>
              <a:t>マスター テキストの書式設定</a:t>
            </a:r>
          </a:p>
          <a:p>
            <a:pPr lvl="1"/>
            <a:r>
              <a:rPr altLang="ja-JP" kumimoji="1" lang="ja-JP" smtClean="0"/>
              <a:t>第 </a:t>
            </a:r>
            <a:r>
              <a:rPr altLang="ja-JP" kumimoji="1" lang="en-US" smtClean="0"/>
              <a:t>2 </a:t>
            </a:r>
            <a:r>
              <a:rPr altLang="ja-JP" kumimoji="1" lang="ja-JP" smtClean="0"/>
              <a:t>レベル</a:t>
            </a:r>
          </a:p>
          <a:p>
            <a:pPr lvl="2"/>
            <a:r>
              <a:rPr altLang="ja-JP" kumimoji="1" lang="ja-JP" smtClean="0"/>
              <a:t>第 </a:t>
            </a:r>
            <a:r>
              <a:rPr altLang="ja-JP" kumimoji="1" lang="en-US" smtClean="0"/>
              <a:t>3 </a:t>
            </a:r>
            <a:r>
              <a:rPr altLang="ja-JP" kumimoji="1" lang="ja-JP" smtClean="0"/>
              <a:t>レベル</a:t>
            </a:r>
          </a:p>
          <a:p>
            <a:pPr lvl="3"/>
            <a:r>
              <a:rPr altLang="ja-JP" kumimoji="1" lang="ja-JP" smtClean="0"/>
              <a:t>第 </a:t>
            </a:r>
            <a:r>
              <a:rPr altLang="ja-JP" kumimoji="1" lang="en-US" smtClean="0"/>
              <a:t>4 </a:t>
            </a:r>
            <a:r>
              <a:rPr altLang="ja-JP" kumimoji="1" lang="ja-JP" smtClean="0"/>
              <a:t>レベル</a:t>
            </a:r>
          </a:p>
          <a:p>
            <a:pPr lvl="4"/>
            <a:r>
              <a:rPr altLang="ja-JP" kumimoji="1" lang="ja-JP" smtClean="0"/>
              <a:t>第 </a:t>
            </a:r>
            <a:r>
              <a:rPr altLang="ja-JP" kumimoji="1" lang="en-US" smtClean="0"/>
              <a:t>5 </a:t>
            </a:r>
            <a:r>
              <a:rPr altLang="ja-JP" kumimoji="1" lang="ja-JP" smtClean="0"/>
              <a:t>レベル</a:t>
            </a:r>
            <a:endParaRPr altLang="ja-JP" kumimoji="1" lang="ja-JP"/>
          </a:p>
        </p:txBody>
      </p:sp>
      <p:sp>
        <p:nvSpPr>
          <p:cNvPr id="4" name="テキスト プレースホルダー 3"/>
          <p:cNvSpPr>
            <a:spLocks noGrp="1"/>
          </p:cNvSpPr>
          <p:nvPr>
            <p:ph idx="2" sz="half" type="body"/>
          </p:nvPr>
        </p:nvSpPr>
        <p:spPr>
          <a:xfrm>
            <a:off x="839788" y="2057400"/>
            <a:ext cx="3932237" cy="3811588"/>
          </a:xfrm>
        </p:spPr>
        <p:txBody>
          <a:bodyPr numCol="1"/>
          <a:lstStyle>
            <a:lvl1pPr indent="0" marL="0">
              <a:buNone/>
              <a:defRPr sz="1600"/>
            </a:lvl1pPr>
            <a:lvl2pPr indent="0" marL="457200">
              <a:buNone/>
              <a:defRPr sz="1400"/>
            </a:lvl2pPr>
            <a:lvl3pPr indent="0" marL="914400">
              <a:buNone/>
              <a:defRPr sz="1200"/>
            </a:lvl3pPr>
            <a:lvl4pPr indent="0" marL="1371600">
              <a:buNone/>
              <a:defRPr sz="1000"/>
            </a:lvl4pPr>
            <a:lvl5pPr indent="0" marL="1828800">
              <a:buNone/>
              <a:defRPr sz="1000"/>
            </a:lvl5pPr>
            <a:lvl6pPr indent="0" marL="2286000">
              <a:buNone/>
              <a:defRPr sz="1000"/>
            </a:lvl6pPr>
            <a:lvl7pPr indent="0" marL="2743200">
              <a:buNone/>
              <a:defRPr sz="1000"/>
            </a:lvl7pPr>
            <a:lvl8pPr indent="0" marL="3200400">
              <a:buNone/>
              <a:defRPr sz="1000"/>
            </a:lvl8pPr>
            <a:lvl9pPr indent="0" marL="3657600">
              <a:buNone/>
              <a:defRPr sz="1000"/>
            </a:lvl9pPr>
          </a:lstStyle>
          <a:p>
            <a:pPr lvl="0"/>
            <a:r>
              <a:rPr altLang="ja-JP" kumimoji="1" lang="ja-JP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6" name="フッター プレースホルダー 5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altLang="ja-JP" kumimoji="1" lang="ja-JP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1592074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picTx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 numCol="1"/>
          <a:lstStyle>
            <a:lvl1pPr>
              <a:defRPr sz="3200"/>
            </a:lvl1pPr>
          </a:lstStyle>
          <a:p>
            <a:r>
              <a:rPr altLang="ja-JP" kumimoji="1" lang="ja-JP" smtClean="0"/>
              <a:t>マスター タイトルの書式設定</a:t>
            </a:r>
            <a:endParaRPr altLang="ja-JP" kumimoji="1" lang="ja-JP"/>
          </a:p>
        </p:txBody>
      </p:sp>
      <p:sp>
        <p:nvSpPr>
          <p:cNvPr id="3" name="図プレースホルダー 2"/>
          <p:cNvSpPr>
            <a:spLocks noGrp="1"/>
          </p:cNvSpPr>
          <p:nvPr>
            <p:ph idx="1" type="pic"/>
          </p:nvPr>
        </p:nvSpPr>
        <p:spPr>
          <a:xfrm>
            <a:off x="5183188" y="987425"/>
            <a:ext cx="6172200" cy="4873625"/>
          </a:xfrm>
        </p:spPr>
        <p:txBody>
          <a:bodyPr numCol="1"/>
          <a:lstStyle>
            <a:lvl1pPr indent="0" marL="0">
              <a:buNone/>
              <a:defRPr sz="3200"/>
            </a:lvl1pPr>
            <a:lvl2pPr indent="0" marL="457200">
              <a:buNone/>
              <a:defRPr sz="2800"/>
            </a:lvl2pPr>
            <a:lvl3pPr indent="0" marL="914400">
              <a:buNone/>
              <a:defRPr sz="2400"/>
            </a:lvl3pPr>
            <a:lvl4pPr indent="0" marL="1371600">
              <a:buNone/>
              <a:defRPr sz="2000"/>
            </a:lvl4pPr>
            <a:lvl5pPr indent="0" marL="1828800">
              <a:buNone/>
              <a:defRPr sz="2000"/>
            </a:lvl5pPr>
            <a:lvl6pPr indent="0" marL="2286000">
              <a:buNone/>
              <a:defRPr sz="2000"/>
            </a:lvl6pPr>
            <a:lvl7pPr indent="0" marL="2743200">
              <a:buNone/>
              <a:defRPr sz="2000"/>
            </a:lvl7pPr>
            <a:lvl8pPr indent="0" marL="3200400">
              <a:buNone/>
              <a:defRPr sz="2000"/>
            </a:lvl8pPr>
            <a:lvl9pPr indent="0" marL="3657600">
              <a:buNone/>
              <a:defRPr sz="2000"/>
            </a:lvl9pPr>
          </a:lstStyle>
          <a:p>
            <a:endParaRPr altLang="ja-JP" kumimoji="1" lang="ja-JP"/>
          </a:p>
        </p:txBody>
      </p:sp>
      <p:sp>
        <p:nvSpPr>
          <p:cNvPr id="4" name="テキスト プレースホルダー 3"/>
          <p:cNvSpPr>
            <a:spLocks noGrp="1"/>
          </p:cNvSpPr>
          <p:nvPr>
            <p:ph idx="2" sz="half" type="body"/>
          </p:nvPr>
        </p:nvSpPr>
        <p:spPr>
          <a:xfrm>
            <a:off x="839788" y="2057400"/>
            <a:ext cx="3932237" cy="3811588"/>
          </a:xfrm>
        </p:spPr>
        <p:txBody>
          <a:bodyPr numCol="1"/>
          <a:lstStyle>
            <a:lvl1pPr indent="0" marL="0">
              <a:buNone/>
              <a:defRPr sz="1600"/>
            </a:lvl1pPr>
            <a:lvl2pPr indent="0" marL="457200">
              <a:buNone/>
              <a:defRPr sz="1400"/>
            </a:lvl2pPr>
            <a:lvl3pPr indent="0" marL="914400">
              <a:buNone/>
              <a:defRPr sz="1200"/>
            </a:lvl3pPr>
            <a:lvl4pPr indent="0" marL="1371600">
              <a:buNone/>
              <a:defRPr sz="1000"/>
            </a:lvl4pPr>
            <a:lvl5pPr indent="0" marL="1828800">
              <a:buNone/>
              <a:defRPr sz="1000"/>
            </a:lvl5pPr>
            <a:lvl6pPr indent="0" marL="2286000">
              <a:buNone/>
              <a:defRPr sz="1000"/>
            </a:lvl6pPr>
            <a:lvl7pPr indent="0" marL="2743200">
              <a:buNone/>
              <a:defRPr sz="1000"/>
            </a:lvl7pPr>
            <a:lvl8pPr indent="0" marL="3200400">
              <a:buNone/>
              <a:defRPr sz="1000"/>
            </a:lvl8pPr>
            <a:lvl9pPr indent="0" marL="3657600">
              <a:buNone/>
              <a:defRPr sz="1000"/>
            </a:lvl9pPr>
          </a:lstStyle>
          <a:p>
            <a:pPr lvl="0"/>
            <a:r>
              <a:rPr altLang="ja-JP" kumimoji="1" lang="ja-JP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6" name="フッター プレースホルダー 5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altLang="ja-JP" kumimoji="1" lang="ja-JP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1135989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vertTx">
  <p:cSld name="タイトルと 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altLang="ja-JP" kumimoji="1" lang="ja-JP" smtClean="0"/>
              <a:t>マスター タイトルの書式設定</a:t>
            </a:r>
            <a:endParaRPr altLang="ja-JP" kumimoji="1" lang="ja-JP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idx="1" orient="vert" type="body"/>
          </p:nvPr>
        </p:nvSpPr>
        <p:spPr/>
        <p:txBody>
          <a:bodyPr numCol="1" vert="eaVert"/>
          <a:lstStyle/>
          <a:p>
            <a:pPr lvl="0"/>
            <a:r>
              <a:rPr altLang="ja-JP" kumimoji="1" lang="ja-JP" smtClean="0"/>
              <a:t>マスター テキストの書式設定</a:t>
            </a:r>
          </a:p>
          <a:p>
            <a:pPr lvl="1"/>
            <a:r>
              <a:rPr altLang="ja-JP" kumimoji="1" lang="ja-JP" smtClean="0"/>
              <a:t>第 </a:t>
            </a:r>
            <a:r>
              <a:rPr altLang="ja-JP" kumimoji="1" lang="en-US" smtClean="0"/>
              <a:t>2 </a:t>
            </a:r>
            <a:r>
              <a:rPr altLang="ja-JP" kumimoji="1" lang="ja-JP" smtClean="0"/>
              <a:t>レベル</a:t>
            </a:r>
          </a:p>
          <a:p>
            <a:pPr lvl="2"/>
            <a:r>
              <a:rPr altLang="ja-JP" kumimoji="1" lang="ja-JP" smtClean="0"/>
              <a:t>第 </a:t>
            </a:r>
            <a:r>
              <a:rPr altLang="ja-JP" kumimoji="1" lang="en-US" smtClean="0"/>
              <a:t>3 </a:t>
            </a:r>
            <a:r>
              <a:rPr altLang="ja-JP" kumimoji="1" lang="ja-JP" smtClean="0"/>
              <a:t>レベル</a:t>
            </a:r>
          </a:p>
          <a:p>
            <a:pPr lvl="3"/>
            <a:r>
              <a:rPr altLang="ja-JP" kumimoji="1" lang="ja-JP" smtClean="0"/>
              <a:t>第 </a:t>
            </a:r>
            <a:r>
              <a:rPr altLang="ja-JP" kumimoji="1" lang="en-US" smtClean="0"/>
              <a:t>4 </a:t>
            </a:r>
            <a:r>
              <a:rPr altLang="ja-JP" kumimoji="1" lang="ja-JP" smtClean="0"/>
              <a:t>レベル</a:t>
            </a:r>
          </a:p>
          <a:p>
            <a:pPr lvl="4"/>
            <a:r>
              <a:rPr altLang="ja-JP" kumimoji="1" lang="ja-JP" smtClean="0"/>
              <a:t>第 </a:t>
            </a:r>
            <a:r>
              <a:rPr altLang="ja-JP" kumimoji="1" lang="en-US" smtClean="0"/>
              <a:t>5 </a:t>
            </a:r>
            <a:r>
              <a:rPr altLang="ja-JP" kumimoji="1" lang="ja-JP" smtClean="0"/>
              <a:t>レベル</a:t>
            </a:r>
            <a:endParaRPr altLang="ja-JP" kumimoji="1" lang="ja-JP"/>
          </a:p>
        </p:txBody>
      </p:sp>
      <p:sp>
        <p:nvSpPr>
          <p:cNvPr id="4" name="日付プレースホルダー 3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5" name="フッター プレースホルダー 4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altLang="ja-JP" kumimoji="1" lang="ja-JP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4153108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vertTitleAndTx">
  <p:cSld name="縦書きタイトルと 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orient="vert" type="title"/>
          </p:nvPr>
        </p:nvSpPr>
        <p:spPr>
          <a:xfrm>
            <a:off x="8724900" y="365125"/>
            <a:ext cx="2628900" cy="5811838"/>
          </a:xfrm>
        </p:spPr>
        <p:txBody>
          <a:bodyPr numCol="1" vert="eaVert"/>
          <a:lstStyle/>
          <a:p>
            <a:r>
              <a:rPr altLang="ja-JP" kumimoji="1" lang="ja-JP" smtClean="0"/>
              <a:t>マスター タイトルの書式設定</a:t>
            </a:r>
            <a:endParaRPr altLang="ja-JP" kumimoji="1" lang="ja-JP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idx="1" orient="vert" type="body"/>
          </p:nvPr>
        </p:nvSpPr>
        <p:spPr>
          <a:xfrm>
            <a:off x="838200" y="365125"/>
            <a:ext cx="7734300" cy="5811838"/>
          </a:xfrm>
        </p:spPr>
        <p:txBody>
          <a:bodyPr numCol="1" vert="eaVert"/>
          <a:lstStyle/>
          <a:p>
            <a:pPr lvl="0"/>
            <a:r>
              <a:rPr altLang="ja-JP" kumimoji="1" lang="ja-JP" smtClean="0"/>
              <a:t>マスター テキストの書式設定</a:t>
            </a:r>
          </a:p>
          <a:p>
            <a:pPr lvl="1"/>
            <a:r>
              <a:rPr altLang="ja-JP" kumimoji="1" lang="ja-JP" smtClean="0"/>
              <a:t>第 </a:t>
            </a:r>
            <a:r>
              <a:rPr altLang="ja-JP" kumimoji="1" lang="en-US" smtClean="0"/>
              <a:t>2 </a:t>
            </a:r>
            <a:r>
              <a:rPr altLang="ja-JP" kumimoji="1" lang="ja-JP" smtClean="0"/>
              <a:t>レベル</a:t>
            </a:r>
          </a:p>
          <a:p>
            <a:pPr lvl="2"/>
            <a:r>
              <a:rPr altLang="ja-JP" kumimoji="1" lang="ja-JP" smtClean="0"/>
              <a:t>第 </a:t>
            </a:r>
            <a:r>
              <a:rPr altLang="ja-JP" kumimoji="1" lang="en-US" smtClean="0"/>
              <a:t>3 </a:t>
            </a:r>
            <a:r>
              <a:rPr altLang="ja-JP" kumimoji="1" lang="ja-JP" smtClean="0"/>
              <a:t>レベル</a:t>
            </a:r>
          </a:p>
          <a:p>
            <a:pPr lvl="3"/>
            <a:r>
              <a:rPr altLang="ja-JP" kumimoji="1" lang="ja-JP" smtClean="0"/>
              <a:t>第 </a:t>
            </a:r>
            <a:r>
              <a:rPr altLang="ja-JP" kumimoji="1" lang="en-US" smtClean="0"/>
              <a:t>4 </a:t>
            </a:r>
            <a:r>
              <a:rPr altLang="ja-JP" kumimoji="1" lang="ja-JP" smtClean="0"/>
              <a:t>レベル</a:t>
            </a:r>
          </a:p>
          <a:p>
            <a:pPr lvl="4"/>
            <a:r>
              <a:rPr altLang="ja-JP" kumimoji="1" lang="ja-JP" smtClean="0"/>
              <a:t>第 </a:t>
            </a:r>
            <a:r>
              <a:rPr altLang="ja-JP" kumimoji="1" lang="en-US" smtClean="0"/>
              <a:t>5 </a:t>
            </a:r>
            <a:r>
              <a:rPr altLang="ja-JP" kumimoji="1" lang="ja-JP" smtClean="0"/>
              <a:t>レベル</a:t>
            </a:r>
            <a:endParaRPr altLang="ja-JP" kumimoji="1" lang="ja-JP"/>
          </a:p>
        </p:txBody>
      </p:sp>
      <p:sp>
        <p:nvSpPr>
          <p:cNvPr id="4" name="日付プレースホルダー 3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5" name="フッター プレースホルダー 4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altLang="ja-JP" kumimoji="1" lang="ja-JP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3431250370"/>
      </p:ext>
    </p:extLst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2" Target="../slideLayouts/slideLayout11.xml" Type="http://schemas.openxmlformats.org/officeDocument/2006/relationships/slideLayout"/><Relationship Id="rId11" Target="../slideLayouts/slideLayout10.xml" Type="http://schemas.openxmlformats.org/officeDocument/2006/relationships/slideLayout"/><Relationship Id="rId9" Target="../slideLayouts/slideLayout8.xml" Type="http://schemas.openxmlformats.org/officeDocument/2006/relationships/slideLayout"/><Relationship Id="rId10" Target="../slideLayouts/slideLayout9.xml" Type="http://schemas.openxmlformats.org/officeDocument/2006/relationships/slideLayout"/><Relationship Id="rId8" Target="../slideLayouts/slideLayout7.xml" Type="http://schemas.openxmlformats.org/officeDocument/2006/relationships/slideLayout"/><Relationship Id="rId7" Target="../slideLayouts/slideLayout6.xml" Type="http://schemas.openxmlformats.org/officeDocument/2006/relationships/slideLayout"/><Relationship Id="rId6" Target="../slideLayouts/slideLayout5.xml" Type="http://schemas.openxmlformats.org/officeDocument/2006/relationships/slideLayout"/><Relationship Id="rId5" Target="../slideLayouts/slideLayout4.xml" Type="http://schemas.openxmlformats.org/officeDocument/2006/relationships/slideLayout"/><Relationship Id="rId4" Target="../slideLayouts/slideLayout3.xml" Type="http://schemas.openxmlformats.org/officeDocument/2006/relationships/slideLayout"/><Relationship Id="rId3" Target="../slideLayouts/slideLayout2.xml" Type="http://schemas.openxmlformats.org/officeDocument/2006/relationships/slideLayout"/><Relationship Id="rId2" Target="../slideLayouts/slideLayout1.xml" Type="http://schemas.openxmlformats.org/officeDocument/2006/relationships/slideLayout"/><Relationship Id="rId1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numCol="1" rIns="91440" rtlCol="0" tIns="45720" vert="horz">
            <a:normAutofit/>
          </a:bodyPr>
          <a:lstStyle/>
          <a:p>
            <a:r>
              <a:rPr altLang="ja-JP" kumimoji="1" lang="ja-JP" smtClean="0"/>
              <a:t>マスター タイトルの書式設定</a:t>
            </a:r>
            <a:endParaRPr altLang="ja-JP" kumimoji="1" lang="ja-JP"/>
          </a:p>
        </p:txBody>
      </p:sp>
      <p:sp>
        <p:nvSpPr>
          <p:cNvPr id="3" name="テキスト プレースホルダー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numCol="1" rIns="91440" rtlCol="0" tIns="45720" vert="horz">
            <a:normAutofit/>
          </a:bodyPr>
          <a:lstStyle/>
          <a:p>
            <a:pPr lvl="0"/>
            <a:r>
              <a:rPr altLang="ja-JP" kumimoji="1" lang="ja-JP" smtClean="0"/>
              <a:t>マスター テキストの書式設定</a:t>
            </a:r>
          </a:p>
          <a:p>
            <a:pPr lvl="1"/>
            <a:r>
              <a:rPr altLang="ja-JP" kumimoji="1" lang="ja-JP" smtClean="0"/>
              <a:t>第 </a:t>
            </a:r>
            <a:r>
              <a:rPr altLang="ja-JP" kumimoji="1" lang="en-US" smtClean="0"/>
              <a:t>2 </a:t>
            </a:r>
            <a:r>
              <a:rPr altLang="ja-JP" kumimoji="1" lang="ja-JP" smtClean="0"/>
              <a:t>レベル</a:t>
            </a:r>
          </a:p>
          <a:p>
            <a:pPr lvl="2"/>
            <a:r>
              <a:rPr altLang="ja-JP" kumimoji="1" lang="ja-JP" smtClean="0"/>
              <a:t>第 </a:t>
            </a:r>
            <a:r>
              <a:rPr altLang="ja-JP" kumimoji="1" lang="en-US" smtClean="0"/>
              <a:t>3 </a:t>
            </a:r>
            <a:r>
              <a:rPr altLang="ja-JP" kumimoji="1" lang="ja-JP" smtClean="0"/>
              <a:t>レベル</a:t>
            </a:r>
          </a:p>
          <a:p>
            <a:pPr lvl="3"/>
            <a:r>
              <a:rPr altLang="ja-JP" kumimoji="1" lang="ja-JP" smtClean="0"/>
              <a:t>第 </a:t>
            </a:r>
            <a:r>
              <a:rPr altLang="ja-JP" kumimoji="1" lang="en-US" smtClean="0"/>
              <a:t>4 </a:t>
            </a:r>
            <a:r>
              <a:rPr altLang="ja-JP" kumimoji="1" lang="ja-JP" smtClean="0"/>
              <a:t>レベル</a:t>
            </a:r>
          </a:p>
          <a:p>
            <a:pPr lvl="4"/>
            <a:r>
              <a:rPr altLang="ja-JP" kumimoji="1" lang="ja-JP" smtClean="0"/>
              <a:t>第 </a:t>
            </a:r>
            <a:r>
              <a:rPr altLang="ja-JP" kumimoji="1" lang="en-US" smtClean="0"/>
              <a:t>5 </a:t>
            </a:r>
            <a:r>
              <a:rPr altLang="ja-JP" kumimoji="1" lang="ja-JP" smtClean="0"/>
              <a:t>レベル</a:t>
            </a:r>
            <a:endParaRPr altLang="ja-JP" kumimoji="1" lang="ja-JP"/>
          </a:p>
        </p:txBody>
      </p:sp>
      <p:sp>
        <p:nvSpPr>
          <p:cNvPr id="4" name="日付プレースホルダー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numCol="1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B3978-9402-45EA-B5E3-B8DE8B8EADA8}" type="datetimeFigureOut">
              <a:rPr altLang="ja-JP" kumimoji="1" lang="ja-JP" smtClean="0"/>
              <a:t>2021/6/15</a:t>
            </a:fld>
            <a:endParaRPr altLang="ja-JP" kumimoji="1" lang="ja-JP"/>
          </a:p>
        </p:txBody>
      </p:sp>
      <p:sp>
        <p:nvSpPr>
          <p:cNvPr id="5" name="フッター プレースホルダー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numCol="1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altLang="ja-JP" kumimoji="1" lang="ja-JP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numCol="1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C870B0-A574-4DD6-9091-0782C6D0674A}" type="slidenum">
              <a:rPr altLang="ja-JP" kumimoji="1" lang="ja-JP" smtClean="0"/>
              <a:t>‹#›</a:t>
            </a:fld>
            <a:endParaRPr altLang="ja-JP" kumimoji="1" lang="ja-JP"/>
          </a:p>
        </p:txBody>
      </p:sp>
    </p:spTree>
    <p:extLst>
      <p:ext uri="{BB962C8B-B14F-4D97-AF65-F5344CB8AC3E}">
        <p14:creationId xmlns:p14="http://schemas.microsoft.com/office/powerpoint/2010/main" val="3752002837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kumimoji="1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kumimoji="1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kumimoji="1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kumimoji="1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altLang="ja-JP" lang="ja-JP"/>
      </a:defPPr>
      <a:lvl1pPr algn="l" defTabSz="914400" eaLnBrk="1" hangingPunct="1" latinLnBrk="0" marL="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2.xml.rels><?xml version="1.0" encoding="UTF-8" standalone="yes"?><Relationships xmlns="http://schemas.openxmlformats.org/package/2006/relationships"><Relationship Id="rId2" Target="../notesSlides/notesSlide1.xml" Type="http://schemas.openxmlformats.org/officeDocument/2006/relationships/notesSlide"/><Relationship Id="rId1" Target="../slideLayouts/slideLayout2.xml" Type="http://schemas.openxmlformats.org/officeDocument/2006/relationships/slideLayout"/></Relationships>
</file>

<file path=ppt/slides/_rels/slide3.xml.rels><?xml version="1.0" encoding="UTF-8" standalone="yes"?>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 numCol="1"/>
          <a:lstStyle/>
          <a:p>
            <a:r>
              <a:rPr altLang="ja-JP" dirty="0" kumimoji="1" lang="ja-JP" smtClean="0"/>
              <a:t>プログラミング応用</a:t>
            </a:r>
            <a:r>
              <a:rPr altLang="ja-JP" dirty="0" lang="en-US"/>
              <a:t/>
            </a:r>
            <a:br>
              <a:rPr altLang="ja-JP" dirty="0" lang="en-US"/>
            </a:br>
            <a:r>
              <a:rPr altLang="ja-JP" dirty="0" lang="ja-JP" smtClean="0"/>
              <a:t>画像処理</a:t>
            </a:r>
            <a:endParaRPr altLang="ja-JP" dirty="0" kumimoji="1" lang="ja-JP"/>
          </a:p>
        </p:txBody>
      </p:sp>
      <p:sp>
        <p:nvSpPr>
          <p:cNvPr id="3" name="サブタイトル 2"/>
          <p:cNvSpPr>
            <a:spLocks noGrp="1"/>
          </p:cNvSpPr>
          <p:nvPr>
            <p:ph idx="1" type="subTitle"/>
          </p:nvPr>
        </p:nvSpPr>
        <p:spPr/>
        <p:txBody>
          <a:bodyPr numCol="1"/>
          <a:lstStyle/>
          <a:p>
            <a:r>
              <a:rPr altLang="ja-JP" dirty="0" kumimoji="1" lang="ja-JP" smtClean="0"/>
              <a:t>学籍番号：35714121</a:t>
            </a:r>
            <a:endParaRPr altLang="ja-JP" dirty="0" kumimoji="1" lang="en-US" smtClean="0"/>
          </a:p>
          <a:p>
            <a:r>
              <a:rPr altLang="ja-JP" dirty="0" lang="ja-JP"/>
              <a:t>名前：福富隆大</a:t>
            </a:r>
            <a:endParaRPr altLang="ja-JP" dirty="0" kumimoji="1" lang="ja-JP"/>
          </a:p>
        </p:txBody>
      </p:sp>
    </p:spTree>
    <p:extLst>
      <p:ext uri="{BB962C8B-B14F-4D97-AF65-F5344CB8AC3E}">
        <p14:creationId xmlns:p14="http://schemas.microsoft.com/office/powerpoint/2010/main" val="1475841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altLang="ja-JP" dirty="0" kumimoji="1" lang="ja-JP" smtClean="0"/>
              <a:t>使用したＣＰＵ</a:t>
            </a:r>
            <a:endParaRPr altLang="ja-JP" dirty="0" kumimoji="1" lang="ja-JP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 numCol="1">
            <a:normAutofit fontScale="85000" lnSpcReduction="20000"/>
          </a:bodyPr>
          <a:lstStyle/>
          <a:p>
            <a:r>
              <a:rPr altLang="ja-JP" dirty="0" kumimoji="1" lang="ja-JP" smtClean="0" sz="3600"/>
              <a:t>ＣＰＵ名：</a:t>
            </a:r>
            <a:r>
              <a:rPr sz="3600"/>
              <a:t>M3 pro</a:t>
            </a:r>
            <a:endParaRPr altLang="ja-JP" dirty="0" kumimoji="1" lang="en-US" smtClean="0"/>
          </a:p>
          <a:p>
            <a:r>
              <a:rPr sz="3600"/>
              <a:t/>
            </a:r>
          </a:p>
          <a:p>
            <a:r>
              <a:rPr altLang="ja-JP" dirty="0" lang="ja-JP" smtClean="0" sz="3600"/>
              <a:t>クロック数：</a:t>
            </a:r>
            <a:r>
              <a:rPr sz="3600"/>
              <a:t>4.05 GHz</a:t>
            </a:r>
            <a:endParaRPr altLang="ja-JP" dirty="0" lang="en-US" smtClean="0"/>
          </a:p>
          <a:p>
            <a:r>
              <a:rPr sz="3600"/>
              <a:t/>
            </a:r>
          </a:p>
          <a:p>
            <a:r>
              <a:rPr altLang="ja-JP" dirty="0" kumimoji="1" lang="ja-JP" smtClean="0" sz="3600"/>
              <a:t>コア数</a:t>
            </a:r>
            <a:r>
              <a:rPr altLang="ja-JP" dirty="0" lang="en-US" smtClean="0" sz="3600"/>
              <a:t>/</a:t>
            </a:r>
            <a:r>
              <a:rPr altLang="ja-JP" dirty="0" lang="ja-JP" smtClean="0" sz="3600"/>
              <a:t>スレッド数：</a:t>
            </a:r>
            <a:r>
              <a:rPr sz="3600"/>
              <a:t>11core /取得不可</a:t>
            </a:r>
            <a:endParaRPr altLang="ja-JP" dirty="0" kumimoji="1" lang="en-US" smtClean="0"/>
          </a:p>
          <a:p>
            <a:r>
              <a:rPr sz="3600"/>
              <a:t/>
            </a:r>
          </a:p>
          <a:p>
            <a:r>
              <a:rPr altLang="ja-JP" dirty="0" kumimoji="1" lang="ja-JP" smtClean="0" sz="3600"/>
              <a:t>メモリ：</a:t>
            </a:r>
            <a:r>
              <a:rPr sz="3600"/>
              <a:t>36ＧＢ</a:t>
            </a:r>
            <a:endParaRPr altLang="ja-JP" dirty="0" kumimoji="1" lang="en-US" smtClean="0"/>
          </a:p>
          <a:p>
            <a:r>
              <a:rPr sz="3600"/>
              <a:t/>
            </a:r>
          </a:p>
          <a:p>
            <a:r>
              <a:rPr altLang="ja-JP" dirty="0" lang="ja-JP" smtClean="0" sz="3600"/>
              <a:t>ＯＳ：</a:t>
            </a:r>
            <a:r>
              <a:rPr sz="3600"/>
              <a:t>mac</a:t>
            </a:r>
            <a:endParaRPr altLang="ja-JP" dirty="0" lang="en-US" smtClean="0"/>
          </a:p>
          <a:p>
            <a:pPr lvl="2"/>
            <a:endParaRPr altLang="ja-JP" dirty="0" kumimoji="1" lang="ja-JP"/>
          </a:p>
        </p:txBody>
      </p:sp>
    </p:spTree>
    <p:extLst>
      <p:ext uri="{BB962C8B-B14F-4D97-AF65-F5344CB8AC3E}">
        <p14:creationId xmlns:p14="http://schemas.microsoft.com/office/powerpoint/2010/main" val="2276140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altLang="ja-JP" dirty="0" kumimoji="1" lang="ja-JP" smtClean="0"/>
              <a:t>結果（final</a:t>
            </a:r>
            <a:r>
              <a:rPr altLang="ja-JP" dirty="0" kumimoji="1" lang="ja-JP" smtClean="0"/>
              <a:t>）：too many arguments</a:t>
            </a:r>
            <a:endParaRPr altLang="ja-JP" dirty="0" kumimoji="1" lang="ja-JP"/>
          </a:p>
        </p:txBody>
      </p:sp>
      <p:graphicFrame>
        <p:nvGraphicFramePr>
          <p:cNvPr id="4" name="コンテンツ プレースホルダー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7798338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4977735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7096078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21095678"/>
                    </a:ext>
                  </a:extLst>
                </a:gridCol>
              </a:tblGrid>
              <a:tr h="370840">
                <a:tc>
                  <a:txBody>
                    <a:bodyPr numCol="1"/>
                    <a:lstStyle/>
                    <a:p>
                      <a:r>
                        <a:rPr altLang="ja-JP" dirty="0" kumimoji="1" lang="en-US" smtClean="0"/>
                        <a:t>Level</a:t>
                      </a:r>
                      <a:endParaRPr altLang="ja-JP" dirty="0" kumimoji="1" lang="ja-JP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 altLang="ja-JP" dirty="0" kumimoji="1" lang="ja-JP" smtClean="0"/>
                        <a:t>検出率</a:t>
                      </a:r>
                      <a:endParaRPr altLang="ja-JP" dirty="0" kumimoji="1" lang="ja-JP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 altLang="ja-JP" dirty="0" kumimoji="1" lang="ja-JP" smtClean="0"/>
                        <a:t>実行速度</a:t>
                      </a:r>
                      <a:endParaRPr altLang="ja-JP" dirty="0" kumimoji="1"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804629"/>
                  </a:ext>
                </a:extLst>
              </a:tr>
              <a:tr h="370840">
                <a:tc>
                  <a:txBody>
                    <a:bodyPr numCol="1"/>
                    <a:lstStyle/>
                    <a:p>
                      <a:r>
                        <a:rPr altLang="ja-JP" dirty="0" kumimoji="1" lang="en-US" smtClean="0"/>
                        <a:t>Level1</a:t>
                      </a:r>
                      <a:endParaRPr altLang="ja-JP" dirty="0" kumimoji="1" lang="ja-JP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 altLang="ja-JP" baseline="0" dirty="0" kumimoji="1" lang="en-US" smtClean="0"/>
                        <a:t>0/20 </a:t>
                      </a:r>
                      <a:endParaRPr altLang="ja-JP" dirty="0" kumimoji="1" lang="ja-JP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92.61real</a:t>
                      </a:r>
                      <a:endParaRPr altLang="ja-JP" dirty="0" kumimoji="1"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7620248"/>
                  </a:ext>
                </a:extLst>
              </a:tr>
              <a:tr h="370840">
                <a:tc>
                  <a:txBody>
                    <a:bodyPr numCol="1"/>
                    <a:lstStyle/>
                    <a:p>
                      <a:pPr algn="l" defTabSz="914400" eaLnBrk="1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altLang="ja-JP" dirty="0" kumimoji="1" lang="en-US" smtClean="0"/>
                        <a:t>Level2</a:t>
                      </a:r>
                      <a:endParaRPr altLang="ja-JP" dirty="0" kumimoji="1" lang="ja-JP" smtClean="0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 altLang="ja-JP" dirty="0" kumimoji="1" lang="en-US" smtClean="0"/>
                        <a:t>0/20 </a:t>
                      </a:r>
                      <a:endParaRPr altLang="ja-JP" dirty="0" kumimoji="1" lang="ja-JP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196.95s real</a:t>
                      </a:r>
                      <a:endParaRPr altLang="ja-JP" dirty="0" kumimoji="1"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341125"/>
                  </a:ext>
                </a:extLst>
              </a:tr>
              <a:tr h="370840">
                <a:tc>
                  <a:txBody>
                    <a:bodyPr numCol="1"/>
                    <a:lstStyle/>
                    <a:p>
                      <a:pPr algn="l" defTabSz="914400" eaLnBrk="1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altLang="ja-JP" dirty="0" kumimoji="1" lang="en-US" smtClean="0"/>
                        <a:t>Level3</a:t>
                      </a:r>
                      <a:endParaRPr altLang="ja-JP" dirty="0" kumimoji="1" lang="ja-JP" smtClean="0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0/20 </a:t>
                      </a:r>
                      <a:endParaRPr altLang="ja-JP" kumimoji="1" lang="ja-JP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593.08 real</a:t>
                      </a:r>
                      <a:endParaRPr altLang="ja-JP" kumimoji="1"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8058551"/>
                  </a:ext>
                </a:extLst>
              </a:tr>
              <a:tr h="370840">
                <a:tc>
                  <a:txBody>
                    <a:bodyPr numCol="1"/>
                    <a:lstStyle/>
                    <a:p>
                      <a:pPr algn="l" defTabSz="914400" eaLnBrk="1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altLang="ja-JP" dirty="0" kumimoji="1" lang="en-US" smtClean="0"/>
                        <a:t>Level4</a:t>
                      </a:r>
                      <a:endParaRPr altLang="ja-JP" dirty="0" kumimoji="1" lang="ja-JP" smtClean="0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0/20 </a:t>
                      </a:r>
                      <a:endParaRPr altLang="ja-JP" kumimoji="1" lang="ja-JP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148.65 real</a:t>
                      </a:r>
                      <a:endParaRPr altLang="ja-JP" kumimoji="1"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621239"/>
                  </a:ext>
                </a:extLst>
              </a:tr>
              <a:tr h="370840">
                <a:tc>
                  <a:txBody>
                    <a:bodyPr numCol="1"/>
                    <a:lstStyle/>
                    <a:p>
                      <a:pPr algn="l" defTabSz="914400" eaLnBrk="1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altLang="ja-JP" dirty="0" kumimoji="1" lang="en-US" smtClean="0"/>
                        <a:t>Level5</a:t>
                      </a:r>
                      <a:endParaRPr altLang="ja-JP" dirty="0" kumimoji="1" lang="ja-JP" smtClean="0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0/20 </a:t>
                      </a:r>
                      <a:endParaRPr altLang="ja-JP" kumimoji="1" lang="ja-JP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1521.94s</a:t>
                      </a:r>
                      <a:endParaRPr altLang="ja-JP" kumimoji="1"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472896"/>
                  </a:ext>
                </a:extLst>
              </a:tr>
              <a:tr h="370840">
                <a:tc>
                  <a:txBody>
                    <a:bodyPr numCol="1"/>
                    <a:lstStyle/>
                    <a:p>
                      <a:pPr algn="l" defTabSz="914400" eaLnBrk="1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altLang="ja-JP" dirty="0" kumimoji="1" lang="en-US" smtClean="0"/>
                        <a:t>Level6</a:t>
                      </a:r>
                      <a:endParaRPr altLang="ja-JP" dirty="0" kumimoji="1" lang="ja-JP" smtClean="0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0/20 </a:t>
                      </a:r>
                      <a:endParaRPr altLang="ja-JP" kumimoji="1" lang="ja-JP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1102.92s</a:t>
                      </a:r>
                      <a:endParaRPr altLang="ja-JP" kumimoji="1"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8292"/>
                  </a:ext>
                </a:extLst>
              </a:tr>
              <a:tr h="370840">
                <a:tc>
                  <a:txBody>
                    <a:bodyPr numCol="1"/>
                    <a:lstStyle/>
                    <a:p>
                      <a:pPr algn="l" defTabSz="914400" eaLnBrk="1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altLang="ja-JP" dirty="0" kumimoji="1" lang="en-US" smtClean="0"/>
                        <a:t>Level7</a:t>
                      </a:r>
                      <a:endParaRPr altLang="ja-JP" dirty="0" kumimoji="1" lang="ja-JP" smtClean="0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0/20 </a:t>
                      </a:r>
                      <a:endParaRPr altLang="ja-JP" kumimoji="1" lang="ja-JP"/>
                    </a:p>
                  </a:txBody>
                  <a:tcPr/>
                </a:tc>
                <a:tc>
                  <a:txBody>
                    <a:bodyPr numCol="1"/>
                    <a:lstStyle/>
                    <a:p>
                      <a:r>
                        <a:rPr/>
                        <a:t>2408.01s</a:t>
                      </a:r>
                      <a:endParaRPr altLang="ja-JP" dirty="0" kumimoji="1"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200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0603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lastClr="000000" val="windowText"/>
      </a:dk1>
      <a:lt1>
        <a:sysClr lastClr="FFFFFF" val="window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panose="020F0302020204030204"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panose="020F0502020204030204"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algn="ctr" cap="flat" cmpd="sng" w="6350">
          <a:solidFill>
            <a:schemeClr val="phClr"/>
          </a:solidFill>
          <a:prstDash val="solid"/>
          <a:miter lim="800000"/>
        </a:ln>
        <a:ln algn="ctr" cap="flat" cmpd="sng" w="12700">
          <a:solidFill>
            <a:schemeClr val="phClr"/>
          </a:solidFill>
          <a:prstDash val="solid"/>
          <a:miter lim="800000"/>
        </a:ln>
        <a:ln algn="ctr" cap="flat" cmpd="sng" w="19050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algn="ctr" blurRad="57150" dir="5400000" dist="1905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id="{62F939B6-93AF-4DB8-9C6B-D6C7DFDC589F}" name="Office Theme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lastClr="000000" val="windowText"/>
      </a:dk1>
      <a:lt1>
        <a:sysClr lastClr="FFFFFF" val="window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panose="020F0302020204030204"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panose="020F0502020204030204"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algn="ctr" cap="flat" cmpd="sng" w="6350">
          <a:solidFill>
            <a:schemeClr val="phClr"/>
          </a:solidFill>
          <a:prstDash val="solid"/>
          <a:miter lim="800000"/>
        </a:ln>
        <a:ln algn="ctr" cap="flat" cmpd="sng" w="12700">
          <a:solidFill>
            <a:schemeClr val="phClr"/>
          </a:solidFill>
          <a:prstDash val="solid"/>
          <a:miter lim="800000"/>
        </a:ln>
        <a:ln algn="ctr" cap="flat" cmpd="sng" w="19050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algn="ctr" blurRad="57150" dir="5400000" dist="1905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id="{62F939B6-93AF-4DB8-9C6B-D6C7DFDC589F}" name="Office Theme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Company/>
  <Words>144</Words>
  <Paragraphs>31</Paragraphs>
  <Slides>3</Slides>
  <Notes>0</Notes>
  <TotalTime>6</TotalTime>
  <HiddenSlides>0</HiddenSlides>
  <MMClips>0</MMClips>
  <ScaleCrop>false</ScaleCrop>
  <HeadingPairs>
    <vt:vector baseType="variant" size="6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baseType="lpstr" size="7">
      <vt:lpstr>游ゴシック</vt:lpstr>
      <vt:lpstr>游ゴシック Light</vt:lpstr>
      <vt:lpstr>Arial</vt:lpstr>
      <vt:lpstr>Office テーマ</vt:lpstr>
      <vt:lpstr>プログラミング応用 画像処理</vt:lpstr>
      <vt:lpstr>使用したＣＰＵ</vt:lpstr>
      <vt:lpstr>結果（Final）：FinalのみでOK</vt:lpstr>
    </vt:vector>
  </TitlesOfParts>
  <LinksUpToDate>false</LinksUpToDate>
  <SharedDoc>false</SharedDoc>
  <HyperlinksChanged>false</HyperlinksChanged>
  <Application>Microsoft Office PowerPoint</Application>
  <AppVersion>16.0000</AppVersion>
  <PresentationFormat>ワイド画面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2021-06-15T06:10:17Z</dcterms:created>
  <dc:creator>福嶋　慶繁</dc:creator>
  <cp:lastModifiedBy>福嶋　慶繁</cp:lastModifiedBy>
  <dcterms:modified xsi:type="dcterms:W3CDTF">2021-06-15T06:17:08Z</dcterms:modified>
  <cp:revision>1</cp:revision>
  <dc:title>プログラミング応用 画像処理</dc:title>
</cp:coreProperties>
</file>