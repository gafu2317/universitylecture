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4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1" Target="docProps/thumbnail.jpeg" Type="http://schemas.openxmlformats.org/package/2006/relationships/metadata/thumbnai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altLang="ja-JP" lang="ja-JP"/>
    </a:defPPr>
    <a:lvl1pPr algn="l" defTabSz="914400" eaLnBrk="1" hangingPunct="1" latinLnBrk="0" marL="0" rtl="0">
      <a:defRPr kern="1200" kumimoji="1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kumimoji="1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kumimoji="1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kumimoji="1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kumimoji="1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kumimoji="1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kumimoji="1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kumimoji="1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kumimoji="1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autoAdjust="0" sz="16993"/>
    <p:restoredTop sz="94660"/>
  </p:normalViewPr>
  <p:slideViewPr>
    <p:cSldViewPr snapToGrid="0">
      <p:cViewPr varScale="1">
        <p:scale>
          <a:sx d="100" n="185"/>
          <a:sy d="100" n="185"/>
        </p:scale>
        <p:origin x="2778" y="156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 standalone="yes"?><Relationships xmlns="http://schemas.openxmlformats.org/package/2006/relationships"><Relationship Id="rId9" Target="slides/slide3.xml" Type="http://schemas.openxmlformats.org/officeDocument/2006/relationships/slide"/><Relationship Id="rId8" Target="slides/slide2.xml" Type="http://schemas.openxmlformats.org/officeDocument/2006/relationships/slide"/><Relationship Id="rId7" Target="slides/slide1.xml" Type="http://schemas.openxmlformats.org/officeDocument/2006/relationships/slide"/><Relationship Id="rId6" Target="notesMasters/notesMaster1.xml" Type="http://schemas.openxmlformats.org/officeDocument/2006/relationships/notesMaster"/><Relationship Id="rId5" Target="slideMasters/slideMaster1.xml" Type="http://schemas.openxmlformats.org/officeDocument/2006/relationships/slideMaster"/><Relationship Id="rId4" Target="tableStyles.xml" Type="http://schemas.openxmlformats.org/officeDocument/2006/relationships/tableStyles"/><Relationship Id="rId3" Target="presProps.xml" Type="http://schemas.openxmlformats.org/officeDocument/2006/relationships/presProps"/><Relationship Id="rId2" Target="viewProps.xml" Type="http://schemas.openxmlformats.org/officeDocument/2006/relationships/viewProps"/><Relationship Id="rId1" Target="theme/theme1.xml" Type="http://schemas.openxmlformats.org/officeDocument/2006/relationships/theme"/></Relationships>
</file>

<file path=ppt/notesMasters/_rels/notesMaster1.xml.rels><?xml version="1.0" encoding="UTF-8" standalone="yes"?>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fld id="{95D3B7ED-61F7-0542-AE7B-9795C4EFD070}" type="datetimeFigureOut">
              <a:rPr lang="en-US" smtClean="0"/>
              <a:t>28/07/15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fld id="{9C5789CE-836E-B042-843F-5605E41F5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31753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4572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2" Target="../slides/slide2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 numCol="1"/>
          <a:lstStyle/>
          <a:p>
            <a:fld id="{9C5789CE-836E-B042-843F-5605E41F50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83960"/>
      </p:ext>
    </p:extLst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 numCol="1"/>
          <a:lstStyle>
            <a:lvl1pPr algn="ctr">
              <a:defRPr sz="6000"/>
            </a:lvl1pPr>
          </a:lstStyle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サブタイトル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 numCol="1"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ja-JP" kumimoji="1" lang="ja-JP" smtClean="0"/>
              <a:t>マスター サブタイトルの書式設定</a:t>
            </a:r>
            <a:endParaRPr altLang="ja-JP" kumimoji="1" lang="ja-JP"/>
          </a:p>
        </p:txBody>
      </p:sp>
      <p:sp>
        <p:nvSpPr>
          <p:cNvPr id="4" name="日付プレースホルダー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3503745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4" name="日付プレースホルダー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236712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 numCol="1"/>
          <a:lstStyle>
            <a:lvl1pPr>
              <a:defRPr sz="6000"/>
            </a:lvl1pPr>
          </a:lstStyle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テキスト プレースホルダー 2"/>
          <p:cNvSpPr>
            <a:spLocks noGrp="1"/>
          </p:cNvSpPr>
          <p:nvPr>
            <p:ph idx="1" type="body"/>
          </p:nvPr>
        </p:nvSpPr>
        <p:spPr>
          <a:xfrm>
            <a:off x="831850" y="4589463"/>
            <a:ext cx="10515600" cy="1500187"/>
          </a:xfrm>
        </p:spPr>
        <p:txBody>
          <a:bodyPr numCol="1"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ja-JP" kumimoji="1" lang="ja-JP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93446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 numCol="1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 numCol="1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5" name="日付プレースホルダー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2280192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numCol="1"/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テキスト プレースホルダー 2"/>
          <p:cNvSpPr>
            <a:spLocks noGrp="1"/>
          </p:cNvSpPr>
          <p:nvPr>
            <p:ph idx="1" type="body"/>
          </p:nvPr>
        </p:nvSpPr>
        <p:spPr>
          <a:xfrm>
            <a:off x="839788" y="1681163"/>
            <a:ext cx="5157787" cy="82391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ja-JP" kumimoji="1" lang="ja-JP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 numCol="1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5" name="テキスト プレースホルダー 4"/>
          <p:cNvSpPr>
            <a:spLocks noGrp="1"/>
          </p:cNvSpPr>
          <p:nvPr>
            <p:ph idx="3" sz="quarter" type="body"/>
          </p:nvPr>
        </p:nvSpPr>
        <p:spPr>
          <a:xfrm>
            <a:off x="6172200" y="1681163"/>
            <a:ext cx="5183188" cy="82391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ja-JP" kumimoji="1" lang="ja-JP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 numCol="1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7" name="日付プレースホルダー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21314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357649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260236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タイトル付きの 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 numCol="1"/>
          <a:lstStyle>
            <a:lvl1pPr>
              <a:defRPr sz="3200"/>
            </a:lvl1pPr>
          </a:lstStyle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ja-JP" kumimoji="1" lang="ja-JP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1592074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 numCol="1"/>
          <a:lstStyle>
            <a:lvl1pPr>
              <a:defRPr sz="3200"/>
            </a:lvl1pPr>
          </a:lstStyle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図プレースホルダー 2"/>
          <p:cNvSpPr>
            <a:spLocks noGrp="1"/>
          </p:cNvSpPr>
          <p:nvPr>
            <p:ph idx="1" type="pic"/>
          </p:nvPr>
        </p:nvSpPr>
        <p:spPr>
          <a:xfrm>
            <a:off x="5183188" y="987425"/>
            <a:ext cx="6172200" cy="4873625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ja-JP"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ja-JP" kumimoji="1" lang="ja-JP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113598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タイトルと 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4" name="日付プレースホルダー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415310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縦書きタイトルと 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orient="vert" type="title"/>
          </p:nvPr>
        </p:nvSpPr>
        <p:spPr>
          <a:xfrm>
            <a:off x="8724900" y="365125"/>
            <a:ext cx="2628900" cy="5811838"/>
          </a:xfrm>
        </p:spPr>
        <p:txBody>
          <a:bodyPr numCol="1" vert="eaVert"/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idx="1" orient="vert" type="body"/>
          </p:nvPr>
        </p:nvSpPr>
        <p:spPr>
          <a:xfrm>
            <a:off x="838200" y="365125"/>
            <a:ext cx="7734300" cy="5811838"/>
          </a:xfrm>
        </p:spPr>
        <p:txBody>
          <a:bodyPr numCol="1" vert="eaVert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4" name="日付プレースホルダー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3431250370"/>
      </p:ext>
    </p:extLst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rmAutofit/>
          </a:bodyPr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テキスト プレースホルダー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4" name="日付プレースホルダー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ja-JP"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3752002837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kumimoji="1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kumimoji="1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altLang="ja-JP" lang="ja-JP"/>
      </a:defPPr>
      <a:lvl1pPr algn="l" defTabSz="914400" eaLnBrk="1" hangingPunct="1" latinLnBrk="0" marL="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2" Target="../notesSlides/notesSlide1.xml" Type="http://schemas.openxmlformats.org/officeDocument/2006/relationships/notesSlide"/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 numCol="1"/>
          <a:lstStyle/>
          <a:p>
            <a:r>
              <a:rPr altLang="ja-JP" dirty="0" kumimoji="1" lang="ja-JP" smtClean="0"/>
              <a:t>プログラミング応用</a:t>
            </a:r>
            <a:r>
              <a:rPr altLang="ja-JP" dirty="0" lang="en-US"/>
              <a:t/>
            </a:r>
            <a:br>
              <a:rPr altLang="ja-JP" dirty="0" lang="en-US"/>
            </a:br>
            <a:r>
              <a:rPr altLang="ja-JP" dirty="0" lang="ja-JP" smtClean="0"/>
              <a:t>画像処理</a:t>
            </a:r>
            <a:endParaRPr altLang="ja-JP" dirty="0" kumimoji="1" lang="ja-JP"/>
          </a:p>
        </p:txBody>
      </p:sp>
      <p:sp>
        <p:nvSpPr>
          <p:cNvPr id="3" name="サブタイトル 2"/>
          <p:cNvSpPr>
            <a:spLocks noGrp="1"/>
          </p:cNvSpPr>
          <p:nvPr>
            <p:ph idx="1" type="subTitle"/>
          </p:nvPr>
        </p:nvSpPr>
        <p:spPr/>
        <p:txBody>
          <a:bodyPr numCol="1"/>
          <a:lstStyle/>
          <a:p>
            <a:r>
              <a:rPr altLang="ja-JP" dirty="0" kumimoji="1" lang="ja-JP" smtClean="0"/>
              <a:t>学籍番号：35714121</a:t>
            </a:r>
            <a:endParaRPr altLang="ja-JP" dirty="0" kumimoji="1" lang="en-US" smtClean="0"/>
          </a:p>
          <a:p>
            <a:r>
              <a:rPr altLang="ja-JP" dirty="0" lang="ja-JP"/>
              <a:t>名前：福富隆大</a:t>
            </a:r>
            <a:endParaRPr altLang="ja-JP" dirty="0" kumimoji="1" lang="ja-JP"/>
          </a:p>
        </p:txBody>
      </p:sp>
    </p:spTree>
    <p:extLst>
      <p:ext uri="{BB962C8B-B14F-4D97-AF65-F5344CB8AC3E}">
        <p14:creationId xmlns:p14="http://schemas.microsoft.com/office/powerpoint/2010/main" val="147584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ja-JP" dirty="0" kumimoji="1" lang="ja-JP" smtClean="0"/>
              <a:t>使用したＣＰＵ</a:t>
            </a:r>
            <a:endParaRPr altLang="ja-JP" dirty="0" kumimoji="1" lang="ja-JP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numCol="1">
            <a:normAutofit fontScale="85000" lnSpcReduction="20000"/>
          </a:bodyPr>
          <a:lstStyle/>
          <a:p>
            <a:r>
              <a:rPr altLang="ja-JP" dirty="0" kumimoji="1" lang="ja-JP" smtClean="0" sz="3600"/>
              <a:t>ＣＰＵ名：</a:t>
            </a:r>
            <a:r>
              <a:rPr sz="3600"/>
              <a:t>M3 pro</a:t>
            </a:r>
            <a:endParaRPr altLang="ja-JP" dirty="0" kumimoji="1" lang="en-US" smtClean="0"/>
          </a:p>
          <a:p>
            <a:r>
              <a:rPr sz="3600"/>
              <a:t/>
            </a:r>
          </a:p>
          <a:p>
            <a:r>
              <a:rPr altLang="ja-JP" dirty="0" lang="ja-JP" smtClean="0" sz="3600"/>
              <a:t>クロック数：</a:t>
            </a:r>
            <a:r>
              <a:rPr sz="3600"/>
              <a:t>4.05 GHz</a:t>
            </a:r>
            <a:endParaRPr altLang="ja-JP" dirty="0" lang="en-US" smtClean="0"/>
          </a:p>
          <a:p>
            <a:r>
              <a:rPr sz="3600"/>
              <a:t/>
            </a:r>
          </a:p>
          <a:p>
            <a:r>
              <a:rPr altLang="ja-JP" dirty="0" kumimoji="1" lang="ja-JP" smtClean="0" sz="3600"/>
              <a:t>コア数</a:t>
            </a:r>
            <a:r>
              <a:rPr altLang="ja-JP" dirty="0" lang="en-US" smtClean="0" sz="3600"/>
              <a:t>/</a:t>
            </a:r>
            <a:r>
              <a:rPr altLang="ja-JP" dirty="0" lang="ja-JP" smtClean="0" sz="3600"/>
              <a:t>スレッド数：</a:t>
            </a:r>
            <a:r>
              <a:rPr sz="3600"/>
              <a:t>11core /取得不可</a:t>
            </a:r>
            <a:endParaRPr altLang="ja-JP" dirty="0" kumimoji="1" lang="en-US" smtClean="0"/>
          </a:p>
          <a:p>
            <a:r>
              <a:rPr sz="3600"/>
              <a:t/>
            </a:r>
          </a:p>
          <a:p>
            <a:r>
              <a:rPr altLang="ja-JP" dirty="0" kumimoji="1" lang="ja-JP" smtClean="0" sz="3600"/>
              <a:t>メモリ：</a:t>
            </a:r>
            <a:r>
              <a:rPr sz="3600"/>
              <a:t>36ＧＢ</a:t>
            </a:r>
            <a:endParaRPr altLang="ja-JP" dirty="0" kumimoji="1" lang="en-US" smtClean="0"/>
          </a:p>
          <a:p>
            <a:r>
              <a:rPr sz="3600"/>
              <a:t/>
            </a:r>
          </a:p>
          <a:p>
            <a:r>
              <a:rPr altLang="ja-JP" dirty="0" lang="ja-JP" smtClean="0" sz="3600"/>
              <a:t>ＯＳ：</a:t>
            </a:r>
            <a:r>
              <a:rPr sz="3600"/>
              <a:t>mac</a:t>
            </a:r>
            <a:endParaRPr altLang="ja-JP" dirty="0" lang="en-US" smtClean="0"/>
          </a:p>
          <a:p>
            <a:pPr lvl="2"/>
            <a:endParaRPr altLang="ja-JP" dirty="0" kumimoji="1" lang="ja-JP"/>
          </a:p>
        </p:txBody>
      </p:sp>
    </p:spTree>
    <p:extLst>
      <p:ext uri="{BB962C8B-B14F-4D97-AF65-F5344CB8AC3E}">
        <p14:creationId xmlns:p14="http://schemas.microsoft.com/office/powerpoint/2010/main" val="227614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ja-JP" dirty="0" kumimoji="1" lang="ja-JP" smtClean="0"/>
              <a:t>結果（</a:t>
            </a:r>
            <a:r>
              <a:rPr altLang="ja-JP" dirty="0" kumimoji="1" lang="en-US" smtClean="0"/>
              <a:t>Final</a:t>
            </a:r>
            <a:r>
              <a:rPr altLang="ja-JP" dirty="0" kumimoji="1" lang="ja-JP" smtClean="0"/>
              <a:t>）：</a:t>
            </a:r>
            <a:r>
              <a:rPr altLang="ja-JP" dirty="0" kumimoji="1" lang="en-US" smtClean="0"/>
              <a:t>Final</a:t>
            </a:r>
            <a:r>
              <a:rPr altLang="ja-JP" dirty="0" kumimoji="1" lang="ja-JP" smtClean="0"/>
              <a:t>のみで</a:t>
            </a:r>
            <a:r>
              <a:rPr altLang="ja-JP" dirty="0" kumimoji="1" lang="en-US" smtClean="0"/>
              <a:t>OK</a:t>
            </a:r>
            <a:endParaRPr altLang="ja-JP" dirty="0" kumimoji="1" lang="ja-JP"/>
          </a:p>
        </p:txBody>
      </p:sp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7798338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4977735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096078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21095678"/>
                    </a:ext>
                  </a:extLst>
                </a:gridCol>
              </a:tblGrid>
              <a:tr h="370840">
                <a:tc>
                  <a:txBody>
                    <a:bodyPr numCol="1"/>
                    <a:lstStyle/>
                    <a:p>
                      <a:r>
                        <a:rPr altLang="ja-JP" dirty="0" kumimoji="1" lang="en-US" smtClean="0"/>
                        <a:t>Level</a:t>
                      </a:r>
                      <a:endParaRPr altLang="ja-JP" dirty="0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 altLang="ja-JP" dirty="0" kumimoji="1" lang="ja-JP" smtClean="0"/>
                        <a:t>検出率</a:t>
                      </a:r>
                      <a:endParaRPr altLang="ja-JP" dirty="0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 altLang="ja-JP" dirty="0" kumimoji="1" lang="ja-JP" smtClean="0"/>
                        <a:t>実行速度</a:t>
                      </a:r>
                      <a:endParaRPr altLang="ja-JP" dirty="0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04629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r>
                        <a:rPr altLang="ja-JP" dirty="0" kumimoji="1" lang="en-US" smtClean="0"/>
                        <a:t>Level1</a:t>
                      </a:r>
                      <a:endParaRPr altLang="ja-JP" dirty="0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 altLang="ja-JP" baseline="0" dirty="0" kumimoji="1" lang="en-US" smtClean="0"/>
                        <a:t>10/10 (100%)</a:t>
                      </a:r>
                      <a:endParaRPr altLang="ja-JP" dirty="0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 altLang="ja-JP" dirty="0" kumimoji="1" lang="en-US" smtClean="0"/>
                        <a:t>41.28s</a:t>
                      </a:r>
                      <a:endParaRPr altLang="ja-JP" dirty="0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620248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pPr algn="l" defTabSz="914400" eaLnBrk="1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ja-JP" dirty="0" kumimoji="1" lang="en-US" smtClean="0"/>
                        <a:t>Level2</a:t>
                      </a:r>
                      <a:endParaRPr altLang="ja-JP" dirty="0" kumimoji="1" lang="ja-JP" smtClean="0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 altLang="ja-JP" dirty="0" kumimoji="1" lang="en-US" smtClean="0"/>
                        <a:t>10/10 (100%)</a:t>
                      </a:r>
                      <a:endParaRPr altLang="ja-JP" dirty="0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 altLang="ja-JP" dirty="0" kumimoji="1" lang="en-US" smtClean="0"/>
                        <a:t>42.59s</a:t>
                      </a:r>
                      <a:endParaRPr altLang="ja-JP" dirty="0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341125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pPr algn="l" defTabSz="914400" eaLnBrk="1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ja-JP" dirty="0" kumimoji="1" lang="en-US" smtClean="0"/>
                        <a:t>Level3</a:t>
                      </a:r>
                      <a:endParaRPr altLang="ja-JP" dirty="0" kumimoji="1" lang="ja-JP" smtClean="0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10/10 (100%)</a:t>
                      </a:r>
                      <a:endParaRPr altLang="ja-JP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33.22s</a:t>
                      </a:r>
                      <a:endParaRPr altLang="ja-JP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058551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pPr algn="l" defTabSz="914400" eaLnBrk="1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ja-JP" dirty="0" kumimoji="1" lang="en-US" smtClean="0"/>
                        <a:t>Level4</a:t>
                      </a:r>
                      <a:endParaRPr altLang="ja-JP" dirty="0" kumimoji="1" lang="ja-JP" smtClean="0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10/10 (100%)</a:t>
                      </a:r>
                      <a:endParaRPr altLang="ja-JP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97.25s</a:t>
                      </a:r>
                      <a:endParaRPr altLang="ja-JP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21239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pPr algn="l" defTabSz="914400" eaLnBrk="1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ja-JP" dirty="0" kumimoji="1" lang="en-US" smtClean="0"/>
                        <a:t>Level5</a:t>
                      </a:r>
                      <a:endParaRPr altLang="ja-JP" dirty="0" kumimoji="1" lang="ja-JP" smtClean="0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 8/10 (100%)</a:t>
                      </a:r>
                      <a:endParaRPr altLang="ja-JP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962.94s</a:t>
                      </a:r>
                      <a:endParaRPr altLang="ja-JP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472896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pPr algn="l" defTabSz="914400" eaLnBrk="1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ja-JP" dirty="0" kumimoji="1" lang="en-US" smtClean="0"/>
                        <a:t>Level6</a:t>
                      </a:r>
                      <a:endParaRPr altLang="ja-JP" dirty="0" kumimoji="1" lang="ja-JP" smtClean="0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10/10 (100%)</a:t>
                      </a:r>
                      <a:endParaRPr altLang="ja-JP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551.92s</a:t>
                      </a:r>
                      <a:endParaRPr altLang="ja-JP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8292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pPr algn="l" defTabSz="914400" eaLnBrk="1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ja-JP" dirty="0" kumimoji="1" lang="en-US" smtClean="0"/>
                        <a:t>Level7</a:t>
                      </a:r>
                      <a:endParaRPr altLang="ja-JP" dirty="0" kumimoji="1" lang="ja-JP" smtClean="0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 8/10 (100%)</a:t>
                      </a:r>
                      <a:endParaRPr altLang="ja-JP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2408.01s</a:t>
                      </a:r>
                      <a:endParaRPr altLang="ja-JP" dirty="0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200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603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panose="020F0302020204030204"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panose="020F0502020204030204"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6350">
          <a:solidFill>
            <a:schemeClr val="phClr"/>
          </a:solidFill>
          <a:prstDash val="solid"/>
          <a:miter lim="800000"/>
        </a:ln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id="{62F939B6-93AF-4DB8-9C6B-D6C7DFDC589F}" name="Office Theme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panose="020F0302020204030204"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panose="020F0502020204030204"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6350">
          <a:solidFill>
            <a:schemeClr val="phClr"/>
          </a:solidFill>
          <a:prstDash val="solid"/>
          <a:miter lim="800000"/>
        </a:ln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id="{62F939B6-93AF-4DB8-9C6B-D6C7DFDC589F}" name="Office Theme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Company/>
  <Words>144</Words>
  <Paragraphs>31</Paragraphs>
  <Slides>3</Slides>
  <Notes>0</Notes>
  <TotalTime>6</TotalTime>
  <HiddenSlides>0</HiddenSlides>
  <MMClips>0</MMClips>
  <ScaleCrop>false</ScaleCrop>
  <HeadingPairs>
    <vt:vector baseType="variant" size="6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baseType="lpstr" size="7">
      <vt:lpstr>游ゴシック</vt:lpstr>
      <vt:lpstr>游ゴシック Light</vt:lpstr>
      <vt:lpstr>Arial</vt:lpstr>
      <vt:lpstr>Office テーマ</vt:lpstr>
      <vt:lpstr>プログラミング応用 画像処理</vt:lpstr>
      <vt:lpstr>使用したＣＰＵ</vt:lpstr>
      <vt:lpstr>結果（Final）：FinalのみでOK</vt:lpstr>
    </vt:vector>
  </TitlesOfParts>
  <LinksUpToDate>false</LinksUpToDate>
  <SharedDoc>false</SharedDoc>
  <HyperlinksChanged>false</HyperlinksChanged>
  <Application>Microsoft Office PowerPoint</Application>
  <AppVersion>16.0000</AppVersion>
  <PresentationFormat>ワイド画面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2021-06-15T06:10:17Z</dcterms:created>
  <dc:creator>福嶋　慶繁</dc:creator>
  <cp:lastModifiedBy>福嶋　慶繁</cp:lastModifiedBy>
  <dcterms:modified xsi:type="dcterms:W3CDTF">2021-06-15T06:17:08Z</dcterms:modified>
  <cp:revision>1</cp:revision>
  <dc:title>プログラミング応用 画像処理</dc:title>
</cp:coreProperties>
</file>